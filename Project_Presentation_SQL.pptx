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8"/>
    <p:restoredTop sz="94777"/>
  </p:normalViewPr>
  <p:slideViewPr>
    <p:cSldViewPr snapToGrid="0" snapToObjects="1" showGuides="1">
      <p:cViewPr varScale="1">
        <p:scale>
          <a:sx n="81" d="100"/>
          <a:sy n="81" d="100"/>
        </p:scale>
        <p:origin x="658" y="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\\Users\daria\Downloads\query_result_2026-09-19T11_12_12.256999905Z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\\Users\daria\Desktop\skypro\&#1076;&#1086;&#1084;&#1072;&#1096;&#1082;&#1080;\Active%20users,%20Sticky%20factor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\\Users\daria\Desktop\skypro\&#1076;&#1086;&#1084;&#1072;&#1096;&#1082;&#1080;\Active%20users,%20Sticky%20factor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\\Users\daria\Desktop\skypro\&#1076;&#1086;&#1084;&#1072;&#1096;&#1082;&#1080;\Active%20users,%20Sticky%20factor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\\Users\daria\Desktop\skypro\&#1076;&#1086;&#1084;&#1072;&#1096;&#1082;&#1080;\Active%20users,%20Sticky%20factor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\\Users\daria\Downloads\query_result_2026-09-19T16_27_34.268102209Z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\\Users\daria\Downloads\query_result_2026-09-19T16_27_34.268102209Z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\\Users\daria\Downloads\query_result_2026-09-19T16_27_34.268102209Z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\\Users\daria\Downloads\query_result_2026-09-19T18_46_52.633889298Z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file:///\\Users\daria\Downloads\query_result_2026-09-20T17_45_49.502320456Z.xlsx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file:///\\Users\daria\Downloads\query_result_2026-09-21T12_45_44.89245563Z.xlsx" TargetMode="External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oleObject" Target="file:///\\Users\daria\Downloads\query_result_2026-09-21T12_48_20.562280741Z.xlsx" TargetMode="External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'Результат запроса'!$B$1</c:f>
              <c:strCache>
                <c:ptCount val="1"/>
                <c:pt idx="0">
                  <c:v>Зарегистрированных пользователей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layout>
                <c:manualLayout>
                  <c:x val="-2.507531369370998E-2"/>
                  <c:y val="6.002702124905633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A164-A442-80DA-5CE350394C02}"/>
                </c:ext>
              </c:extLst>
            </c:dLbl>
            <c:dLbl>
              <c:idx val="8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164-A442-80DA-5CE350394C0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'Результат запроса'!$A$2:$A$10</c:f>
              <c:numCache>
                <c:formatCode>m/d/yy</c:formatCode>
                <c:ptCount val="9"/>
                <c:pt idx="0">
                  <c:v>44743</c:v>
                </c:pt>
                <c:pt idx="1">
                  <c:v>44774</c:v>
                </c:pt>
                <c:pt idx="2">
                  <c:v>44805</c:v>
                </c:pt>
                <c:pt idx="3">
                  <c:v>44835</c:v>
                </c:pt>
                <c:pt idx="4">
                  <c:v>44866</c:v>
                </c:pt>
                <c:pt idx="5">
                  <c:v>44896</c:v>
                </c:pt>
                <c:pt idx="6">
                  <c:v>44927</c:v>
                </c:pt>
                <c:pt idx="7">
                  <c:v>44958</c:v>
                </c:pt>
                <c:pt idx="8">
                  <c:v>44986</c:v>
                </c:pt>
              </c:numCache>
            </c:numRef>
          </c:cat>
          <c:val>
            <c:numRef>
              <c:f>'Результат запроса'!$B$2:$B$10</c:f>
              <c:numCache>
                <c:formatCode>#,##0</c:formatCode>
                <c:ptCount val="9"/>
                <c:pt idx="0">
                  <c:v>259</c:v>
                </c:pt>
                <c:pt idx="1">
                  <c:v>235</c:v>
                </c:pt>
                <c:pt idx="2">
                  <c:v>257</c:v>
                </c:pt>
                <c:pt idx="3">
                  <c:v>263</c:v>
                </c:pt>
                <c:pt idx="4">
                  <c:v>255</c:v>
                </c:pt>
                <c:pt idx="5">
                  <c:v>255</c:v>
                </c:pt>
                <c:pt idx="6">
                  <c:v>415</c:v>
                </c:pt>
                <c:pt idx="7">
                  <c:v>458</c:v>
                </c:pt>
                <c:pt idx="8">
                  <c:v>681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164-A442-80DA-5CE350394C0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683339152"/>
        <c:axId val="1683151712"/>
      </c:lineChart>
      <c:dateAx>
        <c:axId val="1683339152"/>
        <c:scaling>
          <c:orientation val="minMax"/>
        </c:scaling>
        <c:delete val="0"/>
        <c:axPos val="b"/>
        <c:numFmt formatCode="m/d/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683151712"/>
        <c:crosses val="autoZero"/>
        <c:auto val="1"/>
        <c:lblOffset val="100"/>
        <c:baseTimeUnit val="months"/>
      </c:dateAx>
      <c:valAx>
        <c:axId val="16831517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68333915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DAU, MAU, WAU</a:t>
            </a:r>
            <a:endParaRPr lang="ru-RU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'Результат запроса'!$B$1</c:f>
              <c:strCache>
                <c:ptCount val="1"/>
                <c:pt idx="0">
                  <c:v>DAU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'Результат запроса'!$A$2:$A$304</c:f>
              <c:numCache>
                <c:formatCode>m/d/yy</c:formatCode>
                <c:ptCount val="303"/>
                <c:pt idx="0">
                  <c:v>44744</c:v>
                </c:pt>
                <c:pt idx="1">
                  <c:v>44745</c:v>
                </c:pt>
                <c:pt idx="2">
                  <c:v>44746</c:v>
                </c:pt>
                <c:pt idx="3">
                  <c:v>44747</c:v>
                </c:pt>
                <c:pt idx="4">
                  <c:v>44748</c:v>
                </c:pt>
                <c:pt idx="5">
                  <c:v>44749</c:v>
                </c:pt>
                <c:pt idx="6">
                  <c:v>44750</c:v>
                </c:pt>
                <c:pt idx="7">
                  <c:v>44751</c:v>
                </c:pt>
                <c:pt idx="8">
                  <c:v>44752</c:v>
                </c:pt>
                <c:pt idx="9">
                  <c:v>44753</c:v>
                </c:pt>
                <c:pt idx="10">
                  <c:v>44754</c:v>
                </c:pt>
                <c:pt idx="11">
                  <c:v>44755</c:v>
                </c:pt>
                <c:pt idx="12">
                  <c:v>44756</c:v>
                </c:pt>
                <c:pt idx="13">
                  <c:v>44757</c:v>
                </c:pt>
                <c:pt idx="14">
                  <c:v>44758</c:v>
                </c:pt>
                <c:pt idx="15">
                  <c:v>44759</c:v>
                </c:pt>
                <c:pt idx="16">
                  <c:v>44760</c:v>
                </c:pt>
                <c:pt idx="17">
                  <c:v>44761</c:v>
                </c:pt>
                <c:pt idx="18">
                  <c:v>44762</c:v>
                </c:pt>
                <c:pt idx="19">
                  <c:v>44763</c:v>
                </c:pt>
                <c:pt idx="20">
                  <c:v>44764</c:v>
                </c:pt>
                <c:pt idx="21">
                  <c:v>44765</c:v>
                </c:pt>
                <c:pt idx="22">
                  <c:v>44766</c:v>
                </c:pt>
                <c:pt idx="23">
                  <c:v>44767</c:v>
                </c:pt>
                <c:pt idx="24">
                  <c:v>44768</c:v>
                </c:pt>
                <c:pt idx="25">
                  <c:v>44769</c:v>
                </c:pt>
                <c:pt idx="26">
                  <c:v>44770</c:v>
                </c:pt>
                <c:pt idx="27">
                  <c:v>44771</c:v>
                </c:pt>
                <c:pt idx="28">
                  <c:v>44772</c:v>
                </c:pt>
                <c:pt idx="29">
                  <c:v>44773</c:v>
                </c:pt>
                <c:pt idx="30">
                  <c:v>44774</c:v>
                </c:pt>
                <c:pt idx="31">
                  <c:v>44775</c:v>
                </c:pt>
                <c:pt idx="32">
                  <c:v>44776</c:v>
                </c:pt>
                <c:pt idx="33">
                  <c:v>44777</c:v>
                </c:pt>
                <c:pt idx="34">
                  <c:v>44778</c:v>
                </c:pt>
                <c:pt idx="35">
                  <c:v>44779</c:v>
                </c:pt>
                <c:pt idx="36">
                  <c:v>44780</c:v>
                </c:pt>
                <c:pt idx="37">
                  <c:v>44781</c:v>
                </c:pt>
                <c:pt idx="38">
                  <c:v>44782</c:v>
                </c:pt>
                <c:pt idx="39">
                  <c:v>44783</c:v>
                </c:pt>
                <c:pt idx="40">
                  <c:v>44784</c:v>
                </c:pt>
                <c:pt idx="41">
                  <c:v>44785</c:v>
                </c:pt>
                <c:pt idx="42">
                  <c:v>44786</c:v>
                </c:pt>
                <c:pt idx="43">
                  <c:v>44787</c:v>
                </c:pt>
                <c:pt idx="44">
                  <c:v>44788</c:v>
                </c:pt>
                <c:pt idx="45">
                  <c:v>44789</c:v>
                </c:pt>
                <c:pt idx="46">
                  <c:v>44790</c:v>
                </c:pt>
                <c:pt idx="47">
                  <c:v>44791</c:v>
                </c:pt>
                <c:pt idx="48">
                  <c:v>44792</c:v>
                </c:pt>
                <c:pt idx="49">
                  <c:v>44793</c:v>
                </c:pt>
                <c:pt idx="50">
                  <c:v>44794</c:v>
                </c:pt>
                <c:pt idx="51">
                  <c:v>44795</c:v>
                </c:pt>
                <c:pt idx="52">
                  <c:v>44796</c:v>
                </c:pt>
                <c:pt idx="53">
                  <c:v>44797</c:v>
                </c:pt>
                <c:pt idx="54">
                  <c:v>44798</c:v>
                </c:pt>
                <c:pt idx="55">
                  <c:v>44799</c:v>
                </c:pt>
                <c:pt idx="56">
                  <c:v>44800</c:v>
                </c:pt>
                <c:pt idx="57">
                  <c:v>44801</c:v>
                </c:pt>
                <c:pt idx="58">
                  <c:v>44802</c:v>
                </c:pt>
                <c:pt idx="59">
                  <c:v>44803</c:v>
                </c:pt>
                <c:pt idx="60">
                  <c:v>44804</c:v>
                </c:pt>
                <c:pt idx="61">
                  <c:v>44805</c:v>
                </c:pt>
                <c:pt idx="62">
                  <c:v>44806</c:v>
                </c:pt>
                <c:pt idx="63">
                  <c:v>44807</c:v>
                </c:pt>
                <c:pt idx="64">
                  <c:v>44808</c:v>
                </c:pt>
                <c:pt idx="65">
                  <c:v>44809</c:v>
                </c:pt>
                <c:pt idx="66">
                  <c:v>44810</c:v>
                </c:pt>
                <c:pt idx="67">
                  <c:v>44811</c:v>
                </c:pt>
                <c:pt idx="68">
                  <c:v>44812</c:v>
                </c:pt>
                <c:pt idx="69">
                  <c:v>44813</c:v>
                </c:pt>
                <c:pt idx="70">
                  <c:v>44814</c:v>
                </c:pt>
                <c:pt idx="71">
                  <c:v>44815</c:v>
                </c:pt>
                <c:pt idx="72">
                  <c:v>44816</c:v>
                </c:pt>
                <c:pt idx="73">
                  <c:v>44817</c:v>
                </c:pt>
                <c:pt idx="74">
                  <c:v>44818</c:v>
                </c:pt>
                <c:pt idx="75">
                  <c:v>44819</c:v>
                </c:pt>
                <c:pt idx="76">
                  <c:v>44820</c:v>
                </c:pt>
                <c:pt idx="77">
                  <c:v>44821</c:v>
                </c:pt>
                <c:pt idx="78">
                  <c:v>44822</c:v>
                </c:pt>
                <c:pt idx="79">
                  <c:v>44823</c:v>
                </c:pt>
                <c:pt idx="80">
                  <c:v>44824</c:v>
                </c:pt>
                <c:pt idx="81">
                  <c:v>44825</c:v>
                </c:pt>
                <c:pt idx="82">
                  <c:v>44826</c:v>
                </c:pt>
                <c:pt idx="83">
                  <c:v>44827</c:v>
                </c:pt>
                <c:pt idx="84">
                  <c:v>44828</c:v>
                </c:pt>
                <c:pt idx="85">
                  <c:v>44829</c:v>
                </c:pt>
                <c:pt idx="86">
                  <c:v>44830</c:v>
                </c:pt>
                <c:pt idx="87">
                  <c:v>44831</c:v>
                </c:pt>
                <c:pt idx="88">
                  <c:v>44832</c:v>
                </c:pt>
                <c:pt idx="89">
                  <c:v>44833</c:v>
                </c:pt>
                <c:pt idx="90">
                  <c:v>44834</c:v>
                </c:pt>
                <c:pt idx="91">
                  <c:v>44835</c:v>
                </c:pt>
                <c:pt idx="92">
                  <c:v>44836</c:v>
                </c:pt>
                <c:pt idx="93">
                  <c:v>44837</c:v>
                </c:pt>
                <c:pt idx="94">
                  <c:v>44838</c:v>
                </c:pt>
                <c:pt idx="95">
                  <c:v>44839</c:v>
                </c:pt>
                <c:pt idx="96">
                  <c:v>44840</c:v>
                </c:pt>
                <c:pt idx="97">
                  <c:v>44841</c:v>
                </c:pt>
                <c:pt idx="98">
                  <c:v>44842</c:v>
                </c:pt>
                <c:pt idx="99">
                  <c:v>44843</c:v>
                </c:pt>
                <c:pt idx="100">
                  <c:v>44844</c:v>
                </c:pt>
                <c:pt idx="101">
                  <c:v>44845</c:v>
                </c:pt>
                <c:pt idx="102">
                  <c:v>44846</c:v>
                </c:pt>
                <c:pt idx="103">
                  <c:v>44847</c:v>
                </c:pt>
                <c:pt idx="104">
                  <c:v>44848</c:v>
                </c:pt>
                <c:pt idx="105">
                  <c:v>44849</c:v>
                </c:pt>
                <c:pt idx="106">
                  <c:v>44850</c:v>
                </c:pt>
                <c:pt idx="107">
                  <c:v>44851</c:v>
                </c:pt>
                <c:pt idx="108">
                  <c:v>44852</c:v>
                </c:pt>
                <c:pt idx="109">
                  <c:v>44853</c:v>
                </c:pt>
                <c:pt idx="110">
                  <c:v>44854</c:v>
                </c:pt>
                <c:pt idx="111">
                  <c:v>44855</c:v>
                </c:pt>
                <c:pt idx="112">
                  <c:v>44856</c:v>
                </c:pt>
                <c:pt idx="113">
                  <c:v>44857</c:v>
                </c:pt>
                <c:pt idx="114">
                  <c:v>44858</c:v>
                </c:pt>
                <c:pt idx="115">
                  <c:v>44859</c:v>
                </c:pt>
                <c:pt idx="116">
                  <c:v>44860</c:v>
                </c:pt>
                <c:pt idx="117">
                  <c:v>44861</c:v>
                </c:pt>
                <c:pt idx="118">
                  <c:v>44862</c:v>
                </c:pt>
                <c:pt idx="119">
                  <c:v>44863</c:v>
                </c:pt>
                <c:pt idx="120">
                  <c:v>44864</c:v>
                </c:pt>
                <c:pt idx="121">
                  <c:v>44865</c:v>
                </c:pt>
                <c:pt idx="122">
                  <c:v>44866</c:v>
                </c:pt>
                <c:pt idx="123">
                  <c:v>44867</c:v>
                </c:pt>
                <c:pt idx="124">
                  <c:v>44868</c:v>
                </c:pt>
                <c:pt idx="125">
                  <c:v>44869</c:v>
                </c:pt>
                <c:pt idx="126">
                  <c:v>44870</c:v>
                </c:pt>
                <c:pt idx="127">
                  <c:v>44871</c:v>
                </c:pt>
                <c:pt idx="128">
                  <c:v>44872</c:v>
                </c:pt>
                <c:pt idx="129">
                  <c:v>44873</c:v>
                </c:pt>
                <c:pt idx="130">
                  <c:v>44874</c:v>
                </c:pt>
                <c:pt idx="131">
                  <c:v>44875</c:v>
                </c:pt>
                <c:pt idx="132">
                  <c:v>44876</c:v>
                </c:pt>
                <c:pt idx="133">
                  <c:v>44877</c:v>
                </c:pt>
                <c:pt idx="134">
                  <c:v>44878</c:v>
                </c:pt>
                <c:pt idx="135">
                  <c:v>44879</c:v>
                </c:pt>
                <c:pt idx="136">
                  <c:v>44880</c:v>
                </c:pt>
                <c:pt idx="137">
                  <c:v>44881</c:v>
                </c:pt>
                <c:pt idx="138">
                  <c:v>44882</c:v>
                </c:pt>
                <c:pt idx="139">
                  <c:v>44883</c:v>
                </c:pt>
                <c:pt idx="140">
                  <c:v>44884</c:v>
                </c:pt>
                <c:pt idx="141">
                  <c:v>44885</c:v>
                </c:pt>
                <c:pt idx="142">
                  <c:v>44886</c:v>
                </c:pt>
                <c:pt idx="143">
                  <c:v>44887</c:v>
                </c:pt>
                <c:pt idx="144">
                  <c:v>44888</c:v>
                </c:pt>
                <c:pt idx="145">
                  <c:v>44889</c:v>
                </c:pt>
                <c:pt idx="146">
                  <c:v>44890</c:v>
                </c:pt>
                <c:pt idx="147">
                  <c:v>44891</c:v>
                </c:pt>
                <c:pt idx="148">
                  <c:v>44892</c:v>
                </c:pt>
                <c:pt idx="149">
                  <c:v>44893</c:v>
                </c:pt>
                <c:pt idx="150">
                  <c:v>44894</c:v>
                </c:pt>
                <c:pt idx="151">
                  <c:v>44895</c:v>
                </c:pt>
                <c:pt idx="152">
                  <c:v>44896</c:v>
                </c:pt>
                <c:pt idx="153">
                  <c:v>44897</c:v>
                </c:pt>
                <c:pt idx="154">
                  <c:v>44898</c:v>
                </c:pt>
                <c:pt idx="155">
                  <c:v>44899</c:v>
                </c:pt>
                <c:pt idx="156">
                  <c:v>44900</c:v>
                </c:pt>
                <c:pt idx="157">
                  <c:v>44901</c:v>
                </c:pt>
                <c:pt idx="158">
                  <c:v>44902</c:v>
                </c:pt>
                <c:pt idx="159">
                  <c:v>44903</c:v>
                </c:pt>
                <c:pt idx="160">
                  <c:v>44904</c:v>
                </c:pt>
                <c:pt idx="161">
                  <c:v>44905</c:v>
                </c:pt>
                <c:pt idx="162">
                  <c:v>44906</c:v>
                </c:pt>
                <c:pt idx="163">
                  <c:v>44907</c:v>
                </c:pt>
                <c:pt idx="164">
                  <c:v>44908</c:v>
                </c:pt>
                <c:pt idx="165">
                  <c:v>44909</c:v>
                </c:pt>
                <c:pt idx="166">
                  <c:v>44910</c:v>
                </c:pt>
                <c:pt idx="167">
                  <c:v>44911</c:v>
                </c:pt>
                <c:pt idx="168">
                  <c:v>44912</c:v>
                </c:pt>
                <c:pt idx="169">
                  <c:v>44913</c:v>
                </c:pt>
                <c:pt idx="170">
                  <c:v>44914</c:v>
                </c:pt>
                <c:pt idx="171">
                  <c:v>44915</c:v>
                </c:pt>
                <c:pt idx="172">
                  <c:v>44916</c:v>
                </c:pt>
                <c:pt idx="173">
                  <c:v>44917</c:v>
                </c:pt>
                <c:pt idx="174">
                  <c:v>44918</c:v>
                </c:pt>
                <c:pt idx="175">
                  <c:v>44919</c:v>
                </c:pt>
                <c:pt idx="176">
                  <c:v>44920</c:v>
                </c:pt>
                <c:pt idx="177">
                  <c:v>44921</c:v>
                </c:pt>
                <c:pt idx="178">
                  <c:v>44922</c:v>
                </c:pt>
                <c:pt idx="179">
                  <c:v>44923</c:v>
                </c:pt>
                <c:pt idx="180">
                  <c:v>44924</c:v>
                </c:pt>
                <c:pt idx="181">
                  <c:v>44925</c:v>
                </c:pt>
                <c:pt idx="182">
                  <c:v>44926</c:v>
                </c:pt>
                <c:pt idx="183">
                  <c:v>44927</c:v>
                </c:pt>
                <c:pt idx="184">
                  <c:v>44928</c:v>
                </c:pt>
                <c:pt idx="185">
                  <c:v>44929</c:v>
                </c:pt>
                <c:pt idx="186">
                  <c:v>44930</c:v>
                </c:pt>
                <c:pt idx="187">
                  <c:v>44931</c:v>
                </c:pt>
                <c:pt idx="188">
                  <c:v>44932</c:v>
                </c:pt>
                <c:pt idx="189">
                  <c:v>44933</c:v>
                </c:pt>
                <c:pt idx="190">
                  <c:v>44934</c:v>
                </c:pt>
                <c:pt idx="191">
                  <c:v>44935</c:v>
                </c:pt>
                <c:pt idx="192">
                  <c:v>44936</c:v>
                </c:pt>
                <c:pt idx="193">
                  <c:v>44937</c:v>
                </c:pt>
                <c:pt idx="194">
                  <c:v>44938</c:v>
                </c:pt>
                <c:pt idx="195">
                  <c:v>44939</c:v>
                </c:pt>
                <c:pt idx="196">
                  <c:v>44940</c:v>
                </c:pt>
                <c:pt idx="197">
                  <c:v>44941</c:v>
                </c:pt>
                <c:pt idx="198">
                  <c:v>44942</c:v>
                </c:pt>
                <c:pt idx="199">
                  <c:v>44943</c:v>
                </c:pt>
                <c:pt idx="200">
                  <c:v>44944</c:v>
                </c:pt>
                <c:pt idx="201">
                  <c:v>44945</c:v>
                </c:pt>
                <c:pt idx="202">
                  <c:v>44946</c:v>
                </c:pt>
                <c:pt idx="203">
                  <c:v>44947</c:v>
                </c:pt>
                <c:pt idx="204">
                  <c:v>44948</c:v>
                </c:pt>
                <c:pt idx="205">
                  <c:v>44949</c:v>
                </c:pt>
                <c:pt idx="206">
                  <c:v>44950</c:v>
                </c:pt>
                <c:pt idx="207">
                  <c:v>44951</c:v>
                </c:pt>
                <c:pt idx="208">
                  <c:v>44952</c:v>
                </c:pt>
                <c:pt idx="209">
                  <c:v>44953</c:v>
                </c:pt>
                <c:pt idx="210">
                  <c:v>44954</c:v>
                </c:pt>
                <c:pt idx="211">
                  <c:v>44955</c:v>
                </c:pt>
                <c:pt idx="212">
                  <c:v>44956</c:v>
                </c:pt>
                <c:pt idx="213">
                  <c:v>44957</c:v>
                </c:pt>
                <c:pt idx="214">
                  <c:v>44958</c:v>
                </c:pt>
                <c:pt idx="215">
                  <c:v>44959</c:v>
                </c:pt>
                <c:pt idx="216">
                  <c:v>44960</c:v>
                </c:pt>
                <c:pt idx="217">
                  <c:v>44961</c:v>
                </c:pt>
                <c:pt idx="218">
                  <c:v>44962</c:v>
                </c:pt>
                <c:pt idx="219">
                  <c:v>44963</c:v>
                </c:pt>
                <c:pt idx="220">
                  <c:v>44964</c:v>
                </c:pt>
                <c:pt idx="221">
                  <c:v>44965</c:v>
                </c:pt>
                <c:pt idx="222">
                  <c:v>44966</c:v>
                </c:pt>
                <c:pt idx="223">
                  <c:v>44967</c:v>
                </c:pt>
                <c:pt idx="224">
                  <c:v>44968</c:v>
                </c:pt>
                <c:pt idx="225">
                  <c:v>44969</c:v>
                </c:pt>
                <c:pt idx="226">
                  <c:v>44970</c:v>
                </c:pt>
                <c:pt idx="227">
                  <c:v>44971</c:v>
                </c:pt>
                <c:pt idx="228">
                  <c:v>44972</c:v>
                </c:pt>
                <c:pt idx="229">
                  <c:v>44973</c:v>
                </c:pt>
                <c:pt idx="230">
                  <c:v>44974</c:v>
                </c:pt>
                <c:pt idx="231">
                  <c:v>44975</c:v>
                </c:pt>
                <c:pt idx="232">
                  <c:v>44976</c:v>
                </c:pt>
                <c:pt idx="233">
                  <c:v>44977</c:v>
                </c:pt>
                <c:pt idx="234">
                  <c:v>44978</c:v>
                </c:pt>
                <c:pt idx="235">
                  <c:v>44979</c:v>
                </c:pt>
                <c:pt idx="236">
                  <c:v>44980</c:v>
                </c:pt>
                <c:pt idx="237">
                  <c:v>44981</c:v>
                </c:pt>
                <c:pt idx="238">
                  <c:v>44982</c:v>
                </c:pt>
                <c:pt idx="239">
                  <c:v>44983</c:v>
                </c:pt>
                <c:pt idx="240">
                  <c:v>44984</c:v>
                </c:pt>
                <c:pt idx="241">
                  <c:v>44985</c:v>
                </c:pt>
                <c:pt idx="242">
                  <c:v>44986</c:v>
                </c:pt>
                <c:pt idx="243">
                  <c:v>44987</c:v>
                </c:pt>
                <c:pt idx="244">
                  <c:v>44988</c:v>
                </c:pt>
                <c:pt idx="245">
                  <c:v>44989</c:v>
                </c:pt>
                <c:pt idx="246">
                  <c:v>44990</c:v>
                </c:pt>
                <c:pt idx="247">
                  <c:v>44991</c:v>
                </c:pt>
                <c:pt idx="248">
                  <c:v>44992</c:v>
                </c:pt>
                <c:pt idx="249">
                  <c:v>44993</c:v>
                </c:pt>
                <c:pt idx="250">
                  <c:v>44994</c:v>
                </c:pt>
                <c:pt idx="251">
                  <c:v>44995</c:v>
                </c:pt>
                <c:pt idx="252">
                  <c:v>44996</c:v>
                </c:pt>
                <c:pt idx="253">
                  <c:v>44997</c:v>
                </c:pt>
                <c:pt idx="254">
                  <c:v>44998</c:v>
                </c:pt>
                <c:pt idx="255">
                  <c:v>44999</c:v>
                </c:pt>
                <c:pt idx="256">
                  <c:v>45000</c:v>
                </c:pt>
                <c:pt idx="257">
                  <c:v>45001</c:v>
                </c:pt>
                <c:pt idx="258">
                  <c:v>45002</c:v>
                </c:pt>
                <c:pt idx="259">
                  <c:v>45003</c:v>
                </c:pt>
                <c:pt idx="260">
                  <c:v>45004</c:v>
                </c:pt>
                <c:pt idx="261">
                  <c:v>45005</c:v>
                </c:pt>
                <c:pt idx="262">
                  <c:v>45006</c:v>
                </c:pt>
                <c:pt idx="263">
                  <c:v>45007</c:v>
                </c:pt>
                <c:pt idx="264">
                  <c:v>45008</c:v>
                </c:pt>
                <c:pt idx="265">
                  <c:v>45009</c:v>
                </c:pt>
                <c:pt idx="266">
                  <c:v>45010</c:v>
                </c:pt>
                <c:pt idx="267">
                  <c:v>45011</c:v>
                </c:pt>
                <c:pt idx="268">
                  <c:v>45012</c:v>
                </c:pt>
                <c:pt idx="269">
                  <c:v>45013</c:v>
                </c:pt>
                <c:pt idx="270">
                  <c:v>45014</c:v>
                </c:pt>
                <c:pt idx="271">
                  <c:v>45015</c:v>
                </c:pt>
                <c:pt idx="272">
                  <c:v>45016</c:v>
                </c:pt>
                <c:pt idx="273">
                  <c:v>45017</c:v>
                </c:pt>
                <c:pt idx="274">
                  <c:v>45018</c:v>
                </c:pt>
                <c:pt idx="275">
                  <c:v>45019</c:v>
                </c:pt>
                <c:pt idx="276">
                  <c:v>45020</c:v>
                </c:pt>
                <c:pt idx="277">
                  <c:v>45021</c:v>
                </c:pt>
                <c:pt idx="278">
                  <c:v>45022</c:v>
                </c:pt>
                <c:pt idx="279">
                  <c:v>45023</c:v>
                </c:pt>
                <c:pt idx="280">
                  <c:v>45024</c:v>
                </c:pt>
                <c:pt idx="281">
                  <c:v>45025</c:v>
                </c:pt>
                <c:pt idx="282">
                  <c:v>45026</c:v>
                </c:pt>
                <c:pt idx="283">
                  <c:v>45027</c:v>
                </c:pt>
                <c:pt idx="284">
                  <c:v>45028</c:v>
                </c:pt>
                <c:pt idx="285">
                  <c:v>45029</c:v>
                </c:pt>
                <c:pt idx="286">
                  <c:v>45030</c:v>
                </c:pt>
                <c:pt idx="287">
                  <c:v>45031</c:v>
                </c:pt>
                <c:pt idx="288">
                  <c:v>45032</c:v>
                </c:pt>
                <c:pt idx="289">
                  <c:v>45033</c:v>
                </c:pt>
                <c:pt idx="290">
                  <c:v>45034</c:v>
                </c:pt>
                <c:pt idx="291">
                  <c:v>45035</c:v>
                </c:pt>
                <c:pt idx="292">
                  <c:v>45036</c:v>
                </c:pt>
                <c:pt idx="293">
                  <c:v>45037</c:v>
                </c:pt>
                <c:pt idx="294">
                  <c:v>45038</c:v>
                </c:pt>
                <c:pt idx="295">
                  <c:v>45039</c:v>
                </c:pt>
                <c:pt idx="296">
                  <c:v>45040</c:v>
                </c:pt>
                <c:pt idx="297">
                  <c:v>45041</c:v>
                </c:pt>
                <c:pt idx="298">
                  <c:v>45042</c:v>
                </c:pt>
                <c:pt idx="299">
                  <c:v>45043</c:v>
                </c:pt>
                <c:pt idx="300">
                  <c:v>45044</c:v>
                </c:pt>
                <c:pt idx="301">
                  <c:v>45045</c:v>
                </c:pt>
                <c:pt idx="302">
                  <c:v>45046</c:v>
                </c:pt>
              </c:numCache>
            </c:numRef>
          </c:cat>
          <c:val>
            <c:numRef>
              <c:f>'Результат запроса'!$B$2:$B$304</c:f>
              <c:numCache>
                <c:formatCode>#,##0</c:formatCode>
                <c:ptCount val="303"/>
                <c:pt idx="0">
                  <c:v>3</c:v>
                </c:pt>
                <c:pt idx="1">
                  <c:v>6</c:v>
                </c:pt>
                <c:pt idx="2">
                  <c:v>5</c:v>
                </c:pt>
                <c:pt idx="3">
                  <c:v>10</c:v>
                </c:pt>
                <c:pt idx="4">
                  <c:v>5</c:v>
                </c:pt>
                <c:pt idx="5">
                  <c:v>13</c:v>
                </c:pt>
                <c:pt idx="6">
                  <c:v>22</c:v>
                </c:pt>
                <c:pt idx="7">
                  <c:v>22</c:v>
                </c:pt>
                <c:pt idx="8">
                  <c:v>26</c:v>
                </c:pt>
                <c:pt idx="9">
                  <c:v>23</c:v>
                </c:pt>
                <c:pt idx="10">
                  <c:v>24</c:v>
                </c:pt>
                <c:pt idx="11">
                  <c:v>30</c:v>
                </c:pt>
                <c:pt idx="12">
                  <c:v>32</c:v>
                </c:pt>
                <c:pt idx="13">
                  <c:v>25</c:v>
                </c:pt>
                <c:pt idx="14">
                  <c:v>34</c:v>
                </c:pt>
                <c:pt idx="15">
                  <c:v>39</c:v>
                </c:pt>
                <c:pt idx="16">
                  <c:v>22</c:v>
                </c:pt>
                <c:pt idx="17">
                  <c:v>38</c:v>
                </c:pt>
                <c:pt idx="18">
                  <c:v>34</c:v>
                </c:pt>
                <c:pt idx="19">
                  <c:v>50</c:v>
                </c:pt>
                <c:pt idx="20">
                  <c:v>43</c:v>
                </c:pt>
                <c:pt idx="21">
                  <c:v>43</c:v>
                </c:pt>
                <c:pt idx="22">
                  <c:v>53</c:v>
                </c:pt>
                <c:pt idx="23">
                  <c:v>63</c:v>
                </c:pt>
                <c:pt idx="24">
                  <c:v>48</c:v>
                </c:pt>
                <c:pt idx="25">
                  <c:v>59</c:v>
                </c:pt>
                <c:pt idx="26">
                  <c:v>59</c:v>
                </c:pt>
                <c:pt idx="27">
                  <c:v>61</c:v>
                </c:pt>
                <c:pt idx="28">
                  <c:v>64</c:v>
                </c:pt>
                <c:pt idx="29">
                  <c:v>64</c:v>
                </c:pt>
                <c:pt idx="30">
                  <c:v>52</c:v>
                </c:pt>
                <c:pt idx="31">
                  <c:v>62</c:v>
                </c:pt>
                <c:pt idx="32">
                  <c:v>55</c:v>
                </c:pt>
                <c:pt idx="33">
                  <c:v>60</c:v>
                </c:pt>
                <c:pt idx="34">
                  <c:v>52</c:v>
                </c:pt>
                <c:pt idx="35">
                  <c:v>62</c:v>
                </c:pt>
                <c:pt idx="36">
                  <c:v>59</c:v>
                </c:pt>
                <c:pt idx="37">
                  <c:v>58</c:v>
                </c:pt>
                <c:pt idx="38">
                  <c:v>53</c:v>
                </c:pt>
                <c:pt idx="39">
                  <c:v>55</c:v>
                </c:pt>
                <c:pt idx="40">
                  <c:v>65</c:v>
                </c:pt>
                <c:pt idx="41">
                  <c:v>54</c:v>
                </c:pt>
                <c:pt idx="42">
                  <c:v>74</c:v>
                </c:pt>
                <c:pt idx="43">
                  <c:v>59</c:v>
                </c:pt>
                <c:pt idx="44">
                  <c:v>54</c:v>
                </c:pt>
                <c:pt idx="45">
                  <c:v>68</c:v>
                </c:pt>
                <c:pt idx="46">
                  <c:v>59</c:v>
                </c:pt>
                <c:pt idx="47">
                  <c:v>61</c:v>
                </c:pt>
                <c:pt idx="48">
                  <c:v>58</c:v>
                </c:pt>
                <c:pt idx="49">
                  <c:v>67</c:v>
                </c:pt>
                <c:pt idx="50">
                  <c:v>62</c:v>
                </c:pt>
                <c:pt idx="51">
                  <c:v>53</c:v>
                </c:pt>
                <c:pt idx="52">
                  <c:v>60</c:v>
                </c:pt>
                <c:pt idx="53">
                  <c:v>67</c:v>
                </c:pt>
                <c:pt idx="54">
                  <c:v>67</c:v>
                </c:pt>
                <c:pt idx="55">
                  <c:v>61</c:v>
                </c:pt>
                <c:pt idx="56">
                  <c:v>63</c:v>
                </c:pt>
                <c:pt idx="57">
                  <c:v>61</c:v>
                </c:pt>
                <c:pt idx="58">
                  <c:v>54</c:v>
                </c:pt>
                <c:pt idx="59">
                  <c:v>72</c:v>
                </c:pt>
                <c:pt idx="60">
                  <c:v>54</c:v>
                </c:pt>
                <c:pt idx="61">
                  <c:v>66</c:v>
                </c:pt>
                <c:pt idx="62">
                  <c:v>61</c:v>
                </c:pt>
                <c:pt idx="63">
                  <c:v>58</c:v>
                </c:pt>
                <c:pt idx="64">
                  <c:v>64</c:v>
                </c:pt>
                <c:pt idx="65">
                  <c:v>62</c:v>
                </c:pt>
                <c:pt idx="66">
                  <c:v>46</c:v>
                </c:pt>
                <c:pt idx="67">
                  <c:v>49</c:v>
                </c:pt>
                <c:pt idx="68">
                  <c:v>59</c:v>
                </c:pt>
                <c:pt idx="69">
                  <c:v>60</c:v>
                </c:pt>
                <c:pt idx="70">
                  <c:v>53</c:v>
                </c:pt>
                <c:pt idx="71">
                  <c:v>61</c:v>
                </c:pt>
                <c:pt idx="72">
                  <c:v>58</c:v>
                </c:pt>
                <c:pt idx="73">
                  <c:v>64</c:v>
                </c:pt>
                <c:pt idx="74">
                  <c:v>65</c:v>
                </c:pt>
                <c:pt idx="75">
                  <c:v>74</c:v>
                </c:pt>
                <c:pt idx="76">
                  <c:v>58</c:v>
                </c:pt>
                <c:pt idx="77">
                  <c:v>62</c:v>
                </c:pt>
                <c:pt idx="78">
                  <c:v>69</c:v>
                </c:pt>
                <c:pt idx="79">
                  <c:v>66</c:v>
                </c:pt>
                <c:pt idx="80">
                  <c:v>67</c:v>
                </c:pt>
                <c:pt idx="81">
                  <c:v>71</c:v>
                </c:pt>
                <c:pt idx="82">
                  <c:v>67</c:v>
                </c:pt>
                <c:pt idx="83">
                  <c:v>55</c:v>
                </c:pt>
                <c:pt idx="84">
                  <c:v>58</c:v>
                </c:pt>
                <c:pt idx="85">
                  <c:v>73</c:v>
                </c:pt>
                <c:pt idx="86">
                  <c:v>58</c:v>
                </c:pt>
                <c:pt idx="87">
                  <c:v>76</c:v>
                </c:pt>
                <c:pt idx="88">
                  <c:v>62</c:v>
                </c:pt>
                <c:pt idx="89">
                  <c:v>66</c:v>
                </c:pt>
                <c:pt idx="90">
                  <c:v>59</c:v>
                </c:pt>
                <c:pt idx="91">
                  <c:v>61</c:v>
                </c:pt>
                <c:pt idx="92">
                  <c:v>52</c:v>
                </c:pt>
                <c:pt idx="93">
                  <c:v>69</c:v>
                </c:pt>
                <c:pt idx="94">
                  <c:v>70</c:v>
                </c:pt>
                <c:pt idx="95">
                  <c:v>45</c:v>
                </c:pt>
                <c:pt idx="96">
                  <c:v>77</c:v>
                </c:pt>
                <c:pt idx="97">
                  <c:v>61</c:v>
                </c:pt>
                <c:pt idx="98">
                  <c:v>56</c:v>
                </c:pt>
                <c:pt idx="99">
                  <c:v>66</c:v>
                </c:pt>
                <c:pt idx="100">
                  <c:v>51</c:v>
                </c:pt>
                <c:pt idx="101">
                  <c:v>59</c:v>
                </c:pt>
                <c:pt idx="102">
                  <c:v>65</c:v>
                </c:pt>
                <c:pt idx="103">
                  <c:v>53</c:v>
                </c:pt>
                <c:pt idx="104">
                  <c:v>72</c:v>
                </c:pt>
                <c:pt idx="105">
                  <c:v>62</c:v>
                </c:pt>
                <c:pt idx="106">
                  <c:v>62</c:v>
                </c:pt>
                <c:pt idx="107">
                  <c:v>70</c:v>
                </c:pt>
                <c:pt idx="108">
                  <c:v>62</c:v>
                </c:pt>
                <c:pt idx="109">
                  <c:v>82</c:v>
                </c:pt>
                <c:pt idx="110">
                  <c:v>52</c:v>
                </c:pt>
                <c:pt idx="111">
                  <c:v>65</c:v>
                </c:pt>
                <c:pt idx="112">
                  <c:v>64</c:v>
                </c:pt>
                <c:pt idx="113">
                  <c:v>57</c:v>
                </c:pt>
                <c:pt idx="114">
                  <c:v>58</c:v>
                </c:pt>
                <c:pt idx="115">
                  <c:v>66</c:v>
                </c:pt>
                <c:pt idx="116">
                  <c:v>60</c:v>
                </c:pt>
                <c:pt idx="117">
                  <c:v>55</c:v>
                </c:pt>
                <c:pt idx="118">
                  <c:v>65</c:v>
                </c:pt>
                <c:pt idx="119">
                  <c:v>54</c:v>
                </c:pt>
                <c:pt idx="120">
                  <c:v>66</c:v>
                </c:pt>
                <c:pt idx="121">
                  <c:v>72</c:v>
                </c:pt>
                <c:pt idx="122">
                  <c:v>58</c:v>
                </c:pt>
                <c:pt idx="123">
                  <c:v>55</c:v>
                </c:pt>
                <c:pt idx="124">
                  <c:v>56</c:v>
                </c:pt>
                <c:pt idx="125">
                  <c:v>63</c:v>
                </c:pt>
                <c:pt idx="126">
                  <c:v>69</c:v>
                </c:pt>
                <c:pt idx="127">
                  <c:v>62</c:v>
                </c:pt>
                <c:pt idx="128">
                  <c:v>60</c:v>
                </c:pt>
                <c:pt idx="129">
                  <c:v>60</c:v>
                </c:pt>
                <c:pt idx="130">
                  <c:v>60</c:v>
                </c:pt>
                <c:pt idx="131">
                  <c:v>55</c:v>
                </c:pt>
                <c:pt idx="132">
                  <c:v>62</c:v>
                </c:pt>
                <c:pt idx="133">
                  <c:v>53</c:v>
                </c:pt>
                <c:pt idx="134">
                  <c:v>54</c:v>
                </c:pt>
                <c:pt idx="135">
                  <c:v>46</c:v>
                </c:pt>
                <c:pt idx="136">
                  <c:v>55</c:v>
                </c:pt>
                <c:pt idx="137">
                  <c:v>51</c:v>
                </c:pt>
                <c:pt idx="138">
                  <c:v>58</c:v>
                </c:pt>
                <c:pt idx="139">
                  <c:v>51</c:v>
                </c:pt>
                <c:pt idx="140">
                  <c:v>40</c:v>
                </c:pt>
                <c:pt idx="141">
                  <c:v>50</c:v>
                </c:pt>
                <c:pt idx="142">
                  <c:v>34</c:v>
                </c:pt>
                <c:pt idx="143">
                  <c:v>41</c:v>
                </c:pt>
                <c:pt idx="144">
                  <c:v>39</c:v>
                </c:pt>
                <c:pt idx="145">
                  <c:v>32</c:v>
                </c:pt>
                <c:pt idx="146">
                  <c:v>32</c:v>
                </c:pt>
                <c:pt idx="147">
                  <c:v>31</c:v>
                </c:pt>
                <c:pt idx="148">
                  <c:v>35</c:v>
                </c:pt>
                <c:pt idx="149">
                  <c:v>32</c:v>
                </c:pt>
                <c:pt idx="150">
                  <c:v>23</c:v>
                </c:pt>
                <c:pt idx="151">
                  <c:v>35</c:v>
                </c:pt>
                <c:pt idx="152">
                  <c:v>32</c:v>
                </c:pt>
                <c:pt idx="153">
                  <c:v>25</c:v>
                </c:pt>
                <c:pt idx="154">
                  <c:v>19</c:v>
                </c:pt>
                <c:pt idx="155">
                  <c:v>30</c:v>
                </c:pt>
                <c:pt idx="156">
                  <c:v>23</c:v>
                </c:pt>
                <c:pt idx="157">
                  <c:v>32</c:v>
                </c:pt>
                <c:pt idx="158">
                  <c:v>35</c:v>
                </c:pt>
                <c:pt idx="159">
                  <c:v>29</c:v>
                </c:pt>
                <c:pt idx="160">
                  <c:v>36</c:v>
                </c:pt>
                <c:pt idx="161">
                  <c:v>30</c:v>
                </c:pt>
                <c:pt idx="162">
                  <c:v>25</c:v>
                </c:pt>
                <c:pt idx="163">
                  <c:v>31</c:v>
                </c:pt>
                <c:pt idx="164">
                  <c:v>34</c:v>
                </c:pt>
                <c:pt idx="165">
                  <c:v>22</c:v>
                </c:pt>
                <c:pt idx="166">
                  <c:v>26</c:v>
                </c:pt>
                <c:pt idx="167">
                  <c:v>27</c:v>
                </c:pt>
                <c:pt idx="168">
                  <c:v>28</c:v>
                </c:pt>
                <c:pt idx="169">
                  <c:v>20</c:v>
                </c:pt>
                <c:pt idx="170">
                  <c:v>32</c:v>
                </c:pt>
                <c:pt idx="171">
                  <c:v>28</c:v>
                </c:pt>
                <c:pt idx="172">
                  <c:v>28</c:v>
                </c:pt>
                <c:pt idx="173">
                  <c:v>29</c:v>
                </c:pt>
                <c:pt idx="174">
                  <c:v>36</c:v>
                </c:pt>
                <c:pt idx="175">
                  <c:v>24</c:v>
                </c:pt>
                <c:pt idx="176">
                  <c:v>33</c:v>
                </c:pt>
                <c:pt idx="177">
                  <c:v>26</c:v>
                </c:pt>
                <c:pt idx="178">
                  <c:v>24</c:v>
                </c:pt>
                <c:pt idx="179">
                  <c:v>32</c:v>
                </c:pt>
                <c:pt idx="180">
                  <c:v>29</c:v>
                </c:pt>
                <c:pt idx="181">
                  <c:v>22</c:v>
                </c:pt>
                <c:pt idx="182">
                  <c:v>37</c:v>
                </c:pt>
                <c:pt idx="183">
                  <c:v>24</c:v>
                </c:pt>
                <c:pt idx="184">
                  <c:v>35</c:v>
                </c:pt>
                <c:pt idx="185">
                  <c:v>40</c:v>
                </c:pt>
                <c:pt idx="186">
                  <c:v>46</c:v>
                </c:pt>
                <c:pt idx="187">
                  <c:v>36</c:v>
                </c:pt>
                <c:pt idx="188">
                  <c:v>46</c:v>
                </c:pt>
                <c:pt idx="189">
                  <c:v>35</c:v>
                </c:pt>
                <c:pt idx="190">
                  <c:v>53</c:v>
                </c:pt>
                <c:pt idx="191">
                  <c:v>53</c:v>
                </c:pt>
                <c:pt idx="192">
                  <c:v>52</c:v>
                </c:pt>
                <c:pt idx="193">
                  <c:v>65</c:v>
                </c:pt>
                <c:pt idx="194">
                  <c:v>52</c:v>
                </c:pt>
                <c:pt idx="195">
                  <c:v>62</c:v>
                </c:pt>
                <c:pt idx="196">
                  <c:v>77</c:v>
                </c:pt>
                <c:pt idx="197">
                  <c:v>61</c:v>
                </c:pt>
                <c:pt idx="198">
                  <c:v>70</c:v>
                </c:pt>
                <c:pt idx="199">
                  <c:v>66</c:v>
                </c:pt>
                <c:pt idx="200">
                  <c:v>73</c:v>
                </c:pt>
                <c:pt idx="201">
                  <c:v>73</c:v>
                </c:pt>
                <c:pt idx="202">
                  <c:v>80</c:v>
                </c:pt>
                <c:pt idx="203">
                  <c:v>75</c:v>
                </c:pt>
                <c:pt idx="204">
                  <c:v>90</c:v>
                </c:pt>
                <c:pt idx="205">
                  <c:v>78</c:v>
                </c:pt>
                <c:pt idx="206">
                  <c:v>90</c:v>
                </c:pt>
                <c:pt idx="207">
                  <c:v>88</c:v>
                </c:pt>
                <c:pt idx="208">
                  <c:v>83</c:v>
                </c:pt>
                <c:pt idx="209">
                  <c:v>92</c:v>
                </c:pt>
                <c:pt idx="210">
                  <c:v>99</c:v>
                </c:pt>
                <c:pt idx="211">
                  <c:v>93</c:v>
                </c:pt>
                <c:pt idx="212">
                  <c:v>115</c:v>
                </c:pt>
                <c:pt idx="213">
                  <c:v>108</c:v>
                </c:pt>
                <c:pt idx="214">
                  <c:v>112</c:v>
                </c:pt>
                <c:pt idx="215">
                  <c:v>86</c:v>
                </c:pt>
                <c:pt idx="216">
                  <c:v>98</c:v>
                </c:pt>
                <c:pt idx="217">
                  <c:v>100</c:v>
                </c:pt>
                <c:pt idx="218">
                  <c:v>95</c:v>
                </c:pt>
                <c:pt idx="219">
                  <c:v>98</c:v>
                </c:pt>
                <c:pt idx="220">
                  <c:v>90</c:v>
                </c:pt>
                <c:pt idx="221">
                  <c:v>107</c:v>
                </c:pt>
                <c:pt idx="222">
                  <c:v>101</c:v>
                </c:pt>
                <c:pt idx="223">
                  <c:v>104</c:v>
                </c:pt>
                <c:pt idx="224">
                  <c:v>98</c:v>
                </c:pt>
                <c:pt idx="225">
                  <c:v>101</c:v>
                </c:pt>
                <c:pt idx="226">
                  <c:v>94</c:v>
                </c:pt>
                <c:pt idx="227">
                  <c:v>108</c:v>
                </c:pt>
                <c:pt idx="228">
                  <c:v>103</c:v>
                </c:pt>
                <c:pt idx="229">
                  <c:v>95</c:v>
                </c:pt>
                <c:pt idx="230">
                  <c:v>107</c:v>
                </c:pt>
                <c:pt idx="231">
                  <c:v>116</c:v>
                </c:pt>
                <c:pt idx="232">
                  <c:v>109</c:v>
                </c:pt>
                <c:pt idx="233">
                  <c:v>84</c:v>
                </c:pt>
                <c:pt idx="234">
                  <c:v>98</c:v>
                </c:pt>
                <c:pt idx="235">
                  <c:v>115</c:v>
                </c:pt>
                <c:pt idx="236">
                  <c:v>95</c:v>
                </c:pt>
                <c:pt idx="237">
                  <c:v>106</c:v>
                </c:pt>
                <c:pt idx="238">
                  <c:v>118</c:v>
                </c:pt>
                <c:pt idx="239">
                  <c:v>127</c:v>
                </c:pt>
                <c:pt idx="240">
                  <c:v>104</c:v>
                </c:pt>
                <c:pt idx="241">
                  <c:v>131</c:v>
                </c:pt>
                <c:pt idx="242">
                  <c:v>130</c:v>
                </c:pt>
                <c:pt idx="243">
                  <c:v>138</c:v>
                </c:pt>
                <c:pt idx="244">
                  <c:v>167</c:v>
                </c:pt>
                <c:pt idx="245">
                  <c:v>170</c:v>
                </c:pt>
                <c:pt idx="246">
                  <c:v>165</c:v>
                </c:pt>
                <c:pt idx="247">
                  <c:v>149</c:v>
                </c:pt>
                <c:pt idx="248">
                  <c:v>151</c:v>
                </c:pt>
                <c:pt idx="249">
                  <c:v>173</c:v>
                </c:pt>
                <c:pt idx="250">
                  <c:v>150</c:v>
                </c:pt>
                <c:pt idx="251">
                  <c:v>162</c:v>
                </c:pt>
                <c:pt idx="252">
                  <c:v>175</c:v>
                </c:pt>
                <c:pt idx="253">
                  <c:v>176</c:v>
                </c:pt>
                <c:pt idx="254">
                  <c:v>180</c:v>
                </c:pt>
                <c:pt idx="255">
                  <c:v>168</c:v>
                </c:pt>
                <c:pt idx="256">
                  <c:v>185</c:v>
                </c:pt>
                <c:pt idx="257">
                  <c:v>181</c:v>
                </c:pt>
                <c:pt idx="258">
                  <c:v>172</c:v>
                </c:pt>
                <c:pt idx="259">
                  <c:v>187</c:v>
                </c:pt>
                <c:pt idx="260">
                  <c:v>218</c:v>
                </c:pt>
                <c:pt idx="261">
                  <c:v>184</c:v>
                </c:pt>
                <c:pt idx="262">
                  <c:v>194</c:v>
                </c:pt>
                <c:pt idx="263">
                  <c:v>131</c:v>
                </c:pt>
                <c:pt idx="264">
                  <c:v>176</c:v>
                </c:pt>
                <c:pt idx="265">
                  <c:v>136</c:v>
                </c:pt>
                <c:pt idx="266">
                  <c:v>153</c:v>
                </c:pt>
                <c:pt idx="267">
                  <c:v>159</c:v>
                </c:pt>
                <c:pt idx="268">
                  <c:v>143</c:v>
                </c:pt>
                <c:pt idx="269">
                  <c:v>156</c:v>
                </c:pt>
                <c:pt idx="270">
                  <c:v>151</c:v>
                </c:pt>
                <c:pt idx="271">
                  <c:v>148</c:v>
                </c:pt>
                <c:pt idx="272">
                  <c:v>184</c:v>
                </c:pt>
                <c:pt idx="273">
                  <c:v>204</c:v>
                </c:pt>
                <c:pt idx="274">
                  <c:v>215</c:v>
                </c:pt>
                <c:pt idx="275">
                  <c:v>198</c:v>
                </c:pt>
                <c:pt idx="276">
                  <c:v>199</c:v>
                </c:pt>
                <c:pt idx="277">
                  <c:v>188</c:v>
                </c:pt>
                <c:pt idx="278">
                  <c:v>197</c:v>
                </c:pt>
                <c:pt idx="279">
                  <c:v>192</c:v>
                </c:pt>
                <c:pt idx="280">
                  <c:v>200</c:v>
                </c:pt>
                <c:pt idx="281">
                  <c:v>192</c:v>
                </c:pt>
                <c:pt idx="282">
                  <c:v>172</c:v>
                </c:pt>
                <c:pt idx="283">
                  <c:v>160</c:v>
                </c:pt>
                <c:pt idx="284">
                  <c:v>168</c:v>
                </c:pt>
                <c:pt idx="285">
                  <c:v>171</c:v>
                </c:pt>
                <c:pt idx="286">
                  <c:v>154</c:v>
                </c:pt>
                <c:pt idx="287">
                  <c:v>146</c:v>
                </c:pt>
                <c:pt idx="288">
                  <c:v>166</c:v>
                </c:pt>
                <c:pt idx="289">
                  <c:v>134</c:v>
                </c:pt>
                <c:pt idx="290">
                  <c:v>149</c:v>
                </c:pt>
                <c:pt idx="291">
                  <c:v>132</c:v>
                </c:pt>
                <c:pt idx="292">
                  <c:v>131</c:v>
                </c:pt>
                <c:pt idx="293">
                  <c:v>104</c:v>
                </c:pt>
                <c:pt idx="294">
                  <c:v>105</c:v>
                </c:pt>
                <c:pt idx="295">
                  <c:v>105</c:v>
                </c:pt>
                <c:pt idx="296">
                  <c:v>90</c:v>
                </c:pt>
                <c:pt idx="297">
                  <c:v>101</c:v>
                </c:pt>
                <c:pt idx="298">
                  <c:v>92</c:v>
                </c:pt>
                <c:pt idx="299">
                  <c:v>68</c:v>
                </c:pt>
                <c:pt idx="300">
                  <c:v>75</c:v>
                </c:pt>
                <c:pt idx="301">
                  <c:v>73</c:v>
                </c:pt>
                <c:pt idx="302">
                  <c:v>71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B0D-4947-98AE-2DFC2AE1C92A}"/>
            </c:ext>
          </c:extLst>
        </c:ser>
        <c:ser>
          <c:idx val="1"/>
          <c:order val="1"/>
          <c:tx>
            <c:strRef>
              <c:f>'Результат запроса'!$E$1</c:f>
              <c:strCache>
                <c:ptCount val="1"/>
                <c:pt idx="0">
                  <c:v>WAU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'Результат запроса'!$A$2:$A$304</c:f>
              <c:numCache>
                <c:formatCode>m/d/yy</c:formatCode>
                <c:ptCount val="303"/>
                <c:pt idx="0">
                  <c:v>44744</c:v>
                </c:pt>
                <c:pt idx="1">
                  <c:v>44745</c:v>
                </c:pt>
                <c:pt idx="2">
                  <c:v>44746</c:v>
                </c:pt>
                <c:pt idx="3">
                  <c:v>44747</c:v>
                </c:pt>
                <c:pt idx="4">
                  <c:v>44748</c:v>
                </c:pt>
                <c:pt idx="5">
                  <c:v>44749</c:v>
                </c:pt>
                <c:pt idx="6">
                  <c:v>44750</c:v>
                </c:pt>
                <c:pt idx="7">
                  <c:v>44751</c:v>
                </c:pt>
                <c:pt idx="8">
                  <c:v>44752</c:v>
                </c:pt>
                <c:pt idx="9">
                  <c:v>44753</c:v>
                </c:pt>
                <c:pt idx="10">
                  <c:v>44754</c:v>
                </c:pt>
                <c:pt idx="11">
                  <c:v>44755</c:v>
                </c:pt>
                <c:pt idx="12">
                  <c:v>44756</c:v>
                </c:pt>
                <c:pt idx="13">
                  <c:v>44757</c:v>
                </c:pt>
                <c:pt idx="14">
                  <c:v>44758</c:v>
                </c:pt>
                <c:pt idx="15">
                  <c:v>44759</c:v>
                </c:pt>
                <c:pt idx="16">
                  <c:v>44760</c:v>
                </c:pt>
                <c:pt idx="17">
                  <c:v>44761</c:v>
                </c:pt>
                <c:pt idx="18">
                  <c:v>44762</c:v>
                </c:pt>
                <c:pt idx="19">
                  <c:v>44763</c:v>
                </c:pt>
                <c:pt idx="20">
                  <c:v>44764</c:v>
                </c:pt>
                <c:pt idx="21">
                  <c:v>44765</c:v>
                </c:pt>
                <c:pt idx="22">
                  <c:v>44766</c:v>
                </c:pt>
                <c:pt idx="23">
                  <c:v>44767</c:v>
                </c:pt>
                <c:pt idx="24">
                  <c:v>44768</c:v>
                </c:pt>
                <c:pt idx="25">
                  <c:v>44769</c:v>
                </c:pt>
                <c:pt idx="26">
                  <c:v>44770</c:v>
                </c:pt>
                <c:pt idx="27">
                  <c:v>44771</c:v>
                </c:pt>
                <c:pt idx="28">
                  <c:v>44772</c:v>
                </c:pt>
                <c:pt idx="29">
                  <c:v>44773</c:v>
                </c:pt>
                <c:pt idx="30">
                  <c:v>44774</c:v>
                </c:pt>
                <c:pt idx="31">
                  <c:v>44775</c:v>
                </c:pt>
                <c:pt idx="32">
                  <c:v>44776</c:v>
                </c:pt>
                <c:pt idx="33">
                  <c:v>44777</c:v>
                </c:pt>
                <c:pt idx="34">
                  <c:v>44778</c:v>
                </c:pt>
                <c:pt idx="35">
                  <c:v>44779</c:v>
                </c:pt>
                <c:pt idx="36">
                  <c:v>44780</c:v>
                </c:pt>
                <c:pt idx="37">
                  <c:v>44781</c:v>
                </c:pt>
                <c:pt idx="38">
                  <c:v>44782</c:v>
                </c:pt>
                <c:pt idx="39">
                  <c:v>44783</c:v>
                </c:pt>
                <c:pt idx="40">
                  <c:v>44784</c:v>
                </c:pt>
                <c:pt idx="41">
                  <c:v>44785</c:v>
                </c:pt>
                <c:pt idx="42">
                  <c:v>44786</c:v>
                </c:pt>
                <c:pt idx="43">
                  <c:v>44787</c:v>
                </c:pt>
                <c:pt idx="44">
                  <c:v>44788</c:v>
                </c:pt>
                <c:pt idx="45">
                  <c:v>44789</c:v>
                </c:pt>
                <c:pt idx="46">
                  <c:v>44790</c:v>
                </c:pt>
                <c:pt idx="47">
                  <c:v>44791</c:v>
                </c:pt>
                <c:pt idx="48">
                  <c:v>44792</c:v>
                </c:pt>
                <c:pt idx="49">
                  <c:v>44793</c:v>
                </c:pt>
                <c:pt idx="50">
                  <c:v>44794</c:v>
                </c:pt>
                <c:pt idx="51">
                  <c:v>44795</c:v>
                </c:pt>
                <c:pt idx="52">
                  <c:v>44796</c:v>
                </c:pt>
                <c:pt idx="53">
                  <c:v>44797</c:v>
                </c:pt>
                <c:pt idx="54">
                  <c:v>44798</c:v>
                </c:pt>
                <c:pt idx="55">
                  <c:v>44799</c:v>
                </c:pt>
                <c:pt idx="56">
                  <c:v>44800</c:v>
                </c:pt>
                <c:pt idx="57">
                  <c:v>44801</c:v>
                </c:pt>
                <c:pt idx="58">
                  <c:v>44802</c:v>
                </c:pt>
                <c:pt idx="59">
                  <c:v>44803</c:v>
                </c:pt>
                <c:pt idx="60">
                  <c:v>44804</c:v>
                </c:pt>
                <c:pt idx="61">
                  <c:v>44805</c:v>
                </c:pt>
                <c:pt idx="62">
                  <c:v>44806</c:v>
                </c:pt>
                <c:pt idx="63">
                  <c:v>44807</c:v>
                </c:pt>
                <c:pt idx="64">
                  <c:v>44808</c:v>
                </c:pt>
                <c:pt idx="65">
                  <c:v>44809</c:v>
                </c:pt>
                <c:pt idx="66">
                  <c:v>44810</c:v>
                </c:pt>
                <c:pt idx="67">
                  <c:v>44811</c:v>
                </c:pt>
                <c:pt idx="68">
                  <c:v>44812</c:v>
                </c:pt>
                <c:pt idx="69">
                  <c:v>44813</c:v>
                </c:pt>
                <c:pt idx="70">
                  <c:v>44814</c:v>
                </c:pt>
                <c:pt idx="71">
                  <c:v>44815</c:v>
                </c:pt>
                <c:pt idx="72">
                  <c:v>44816</c:v>
                </c:pt>
                <c:pt idx="73">
                  <c:v>44817</c:v>
                </c:pt>
                <c:pt idx="74">
                  <c:v>44818</c:v>
                </c:pt>
                <c:pt idx="75">
                  <c:v>44819</c:v>
                </c:pt>
                <c:pt idx="76">
                  <c:v>44820</c:v>
                </c:pt>
                <c:pt idx="77">
                  <c:v>44821</c:v>
                </c:pt>
                <c:pt idx="78">
                  <c:v>44822</c:v>
                </c:pt>
                <c:pt idx="79">
                  <c:v>44823</c:v>
                </c:pt>
                <c:pt idx="80">
                  <c:v>44824</c:v>
                </c:pt>
                <c:pt idx="81">
                  <c:v>44825</c:v>
                </c:pt>
                <c:pt idx="82">
                  <c:v>44826</c:v>
                </c:pt>
                <c:pt idx="83">
                  <c:v>44827</c:v>
                </c:pt>
                <c:pt idx="84">
                  <c:v>44828</c:v>
                </c:pt>
                <c:pt idx="85">
                  <c:v>44829</c:v>
                </c:pt>
                <c:pt idx="86">
                  <c:v>44830</c:v>
                </c:pt>
                <c:pt idx="87">
                  <c:v>44831</c:v>
                </c:pt>
                <c:pt idx="88">
                  <c:v>44832</c:v>
                </c:pt>
                <c:pt idx="89">
                  <c:v>44833</c:v>
                </c:pt>
                <c:pt idx="90">
                  <c:v>44834</c:v>
                </c:pt>
                <c:pt idx="91">
                  <c:v>44835</c:v>
                </c:pt>
                <c:pt idx="92">
                  <c:v>44836</c:v>
                </c:pt>
                <c:pt idx="93">
                  <c:v>44837</c:v>
                </c:pt>
                <c:pt idx="94">
                  <c:v>44838</c:v>
                </c:pt>
                <c:pt idx="95">
                  <c:v>44839</c:v>
                </c:pt>
                <c:pt idx="96">
                  <c:v>44840</c:v>
                </c:pt>
                <c:pt idx="97">
                  <c:v>44841</c:v>
                </c:pt>
                <c:pt idx="98">
                  <c:v>44842</c:v>
                </c:pt>
                <c:pt idx="99">
                  <c:v>44843</c:v>
                </c:pt>
                <c:pt idx="100">
                  <c:v>44844</c:v>
                </c:pt>
                <c:pt idx="101">
                  <c:v>44845</c:v>
                </c:pt>
                <c:pt idx="102">
                  <c:v>44846</c:v>
                </c:pt>
                <c:pt idx="103">
                  <c:v>44847</c:v>
                </c:pt>
                <c:pt idx="104">
                  <c:v>44848</c:v>
                </c:pt>
                <c:pt idx="105">
                  <c:v>44849</c:v>
                </c:pt>
                <c:pt idx="106">
                  <c:v>44850</c:v>
                </c:pt>
                <c:pt idx="107">
                  <c:v>44851</c:v>
                </c:pt>
                <c:pt idx="108">
                  <c:v>44852</c:v>
                </c:pt>
                <c:pt idx="109">
                  <c:v>44853</c:v>
                </c:pt>
                <c:pt idx="110">
                  <c:v>44854</c:v>
                </c:pt>
                <c:pt idx="111">
                  <c:v>44855</c:v>
                </c:pt>
                <c:pt idx="112">
                  <c:v>44856</c:v>
                </c:pt>
                <c:pt idx="113">
                  <c:v>44857</c:v>
                </c:pt>
                <c:pt idx="114">
                  <c:v>44858</c:v>
                </c:pt>
                <c:pt idx="115">
                  <c:v>44859</c:v>
                </c:pt>
                <c:pt idx="116">
                  <c:v>44860</c:v>
                </c:pt>
                <c:pt idx="117">
                  <c:v>44861</c:v>
                </c:pt>
                <c:pt idx="118">
                  <c:v>44862</c:v>
                </c:pt>
                <c:pt idx="119">
                  <c:v>44863</c:v>
                </c:pt>
                <c:pt idx="120">
                  <c:v>44864</c:v>
                </c:pt>
                <c:pt idx="121">
                  <c:v>44865</c:v>
                </c:pt>
                <c:pt idx="122">
                  <c:v>44866</c:v>
                </c:pt>
                <c:pt idx="123">
                  <c:v>44867</c:v>
                </c:pt>
                <c:pt idx="124">
                  <c:v>44868</c:v>
                </c:pt>
                <c:pt idx="125">
                  <c:v>44869</c:v>
                </c:pt>
                <c:pt idx="126">
                  <c:v>44870</c:v>
                </c:pt>
                <c:pt idx="127">
                  <c:v>44871</c:v>
                </c:pt>
                <c:pt idx="128">
                  <c:v>44872</c:v>
                </c:pt>
                <c:pt idx="129">
                  <c:v>44873</c:v>
                </c:pt>
                <c:pt idx="130">
                  <c:v>44874</c:v>
                </c:pt>
                <c:pt idx="131">
                  <c:v>44875</c:v>
                </c:pt>
                <c:pt idx="132">
                  <c:v>44876</c:v>
                </c:pt>
                <c:pt idx="133">
                  <c:v>44877</c:v>
                </c:pt>
                <c:pt idx="134">
                  <c:v>44878</c:v>
                </c:pt>
                <c:pt idx="135">
                  <c:v>44879</c:v>
                </c:pt>
                <c:pt idx="136">
                  <c:v>44880</c:v>
                </c:pt>
                <c:pt idx="137">
                  <c:v>44881</c:v>
                </c:pt>
                <c:pt idx="138">
                  <c:v>44882</c:v>
                </c:pt>
                <c:pt idx="139">
                  <c:v>44883</c:v>
                </c:pt>
                <c:pt idx="140">
                  <c:v>44884</c:v>
                </c:pt>
                <c:pt idx="141">
                  <c:v>44885</c:v>
                </c:pt>
                <c:pt idx="142">
                  <c:v>44886</c:v>
                </c:pt>
                <c:pt idx="143">
                  <c:v>44887</c:v>
                </c:pt>
                <c:pt idx="144">
                  <c:v>44888</c:v>
                </c:pt>
                <c:pt idx="145">
                  <c:v>44889</c:v>
                </c:pt>
                <c:pt idx="146">
                  <c:v>44890</c:v>
                </c:pt>
                <c:pt idx="147">
                  <c:v>44891</c:v>
                </c:pt>
                <c:pt idx="148">
                  <c:v>44892</c:v>
                </c:pt>
                <c:pt idx="149">
                  <c:v>44893</c:v>
                </c:pt>
                <c:pt idx="150">
                  <c:v>44894</c:v>
                </c:pt>
                <c:pt idx="151">
                  <c:v>44895</c:v>
                </c:pt>
                <c:pt idx="152">
                  <c:v>44896</c:v>
                </c:pt>
                <c:pt idx="153">
                  <c:v>44897</c:v>
                </c:pt>
                <c:pt idx="154">
                  <c:v>44898</c:v>
                </c:pt>
                <c:pt idx="155">
                  <c:v>44899</c:v>
                </c:pt>
                <c:pt idx="156">
                  <c:v>44900</c:v>
                </c:pt>
                <c:pt idx="157">
                  <c:v>44901</c:v>
                </c:pt>
                <c:pt idx="158">
                  <c:v>44902</c:v>
                </c:pt>
                <c:pt idx="159">
                  <c:v>44903</c:v>
                </c:pt>
                <c:pt idx="160">
                  <c:v>44904</c:v>
                </c:pt>
                <c:pt idx="161">
                  <c:v>44905</c:v>
                </c:pt>
                <c:pt idx="162">
                  <c:v>44906</c:v>
                </c:pt>
                <c:pt idx="163">
                  <c:v>44907</c:v>
                </c:pt>
                <c:pt idx="164">
                  <c:v>44908</c:v>
                </c:pt>
                <c:pt idx="165">
                  <c:v>44909</c:v>
                </c:pt>
                <c:pt idx="166">
                  <c:v>44910</c:v>
                </c:pt>
                <c:pt idx="167">
                  <c:v>44911</c:v>
                </c:pt>
                <c:pt idx="168">
                  <c:v>44912</c:v>
                </c:pt>
                <c:pt idx="169">
                  <c:v>44913</c:v>
                </c:pt>
                <c:pt idx="170">
                  <c:v>44914</c:v>
                </c:pt>
                <c:pt idx="171">
                  <c:v>44915</c:v>
                </c:pt>
                <c:pt idx="172">
                  <c:v>44916</c:v>
                </c:pt>
                <c:pt idx="173">
                  <c:v>44917</c:v>
                </c:pt>
                <c:pt idx="174">
                  <c:v>44918</c:v>
                </c:pt>
                <c:pt idx="175">
                  <c:v>44919</c:v>
                </c:pt>
                <c:pt idx="176">
                  <c:v>44920</c:v>
                </c:pt>
                <c:pt idx="177">
                  <c:v>44921</c:v>
                </c:pt>
                <c:pt idx="178">
                  <c:v>44922</c:v>
                </c:pt>
                <c:pt idx="179">
                  <c:v>44923</c:v>
                </c:pt>
                <c:pt idx="180">
                  <c:v>44924</c:v>
                </c:pt>
                <c:pt idx="181">
                  <c:v>44925</c:v>
                </c:pt>
                <c:pt idx="182">
                  <c:v>44926</c:v>
                </c:pt>
                <c:pt idx="183">
                  <c:v>44927</c:v>
                </c:pt>
                <c:pt idx="184">
                  <c:v>44928</c:v>
                </c:pt>
                <c:pt idx="185">
                  <c:v>44929</c:v>
                </c:pt>
                <c:pt idx="186">
                  <c:v>44930</c:v>
                </c:pt>
                <c:pt idx="187">
                  <c:v>44931</c:v>
                </c:pt>
                <c:pt idx="188">
                  <c:v>44932</c:v>
                </c:pt>
                <c:pt idx="189">
                  <c:v>44933</c:v>
                </c:pt>
                <c:pt idx="190">
                  <c:v>44934</c:v>
                </c:pt>
                <c:pt idx="191">
                  <c:v>44935</c:v>
                </c:pt>
                <c:pt idx="192">
                  <c:v>44936</c:v>
                </c:pt>
                <c:pt idx="193">
                  <c:v>44937</c:v>
                </c:pt>
                <c:pt idx="194">
                  <c:v>44938</c:v>
                </c:pt>
                <c:pt idx="195">
                  <c:v>44939</c:v>
                </c:pt>
                <c:pt idx="196">
                  <c:v>44940</c:v>
                </c:pt>
                <c:pt idx="197">
                  <c:v>44941</c:v>
                </c:pt>
                <c:pt idx="198">
                  <c:v>44942</c:v>
                </c:pt>
                <c:pt idx="199">
                  <c:v>44943</c:v>
                </c:pt>
                <c:pt idx="200">
                  <c:v>44944</c:v>
                </c:pt>
                <c:pt idx="201">
                  <c:v>44945</c:v>
                </c:pt>
                <c:pt idx="202">
                  <c:v>44946</c:v>
                </c:pt>
                <c:pt idx="203">
                  <c:v>44947</c:v>
                </c:pt>
                <c:pt idx="204">
                  <c:v>44948</c:v>
                </c:pt>
                <c:pt idx="205">
                  <c:v>44949</c:v>
                </c:pt>
                <c:pt idx="206">
                  <c:v>44950</c:v>
                </c:pt>
                <c:pt idx="207">
                  <c:v>44951</c:v>
                </c:pt>
                <c:pt idx="208">
                  <c:v>44952</c:v>
                </c:pt>
                <c:pt idx="209">
                  <c:v>44953</c:v>
                </c:pt>
                <c:pt idx="210">
                  <c:v>44954</c:v>
                </c:pt>
                <c:pt idx="211">
                  <c:v>44955</c:v>
                </c:pt>
                <c:pt idx="212">
                  <c:v>44956</c:v>
                </c:pt>
                <c:pt idx="213">
                  <c:v>44957</c:v>
                </c:pt>
                <c:pt idx="214">
                  <c:v>44958</c:v>
                </c:pt>
                <c:pt idx="215">
                  <c:v>44959</c:v>
                </c:pt>
                <c:pt idx="216">
                  <c:v>44960</c:v>
                </c:pt>
                <c:pt idx="217">
                  <c:v>44961</c:v>
                </c:pt>
                <c:pt idx="218">
                  <c:v>44962</c:v>
                </c:pt>
                <c:pt idx="219">
                  <c:v>44963</c:v>
                </c:pt>
                <c:pt idx="220">
                  <c:v>44964</c:v>
                </c:pt>
                <c:pt idx="221">
                  <c:v>44965</c:v>
                </c:pt>
                <c:pt idx="222">
                  <c:v>44966</c:v>
                </c:pt>
                <c:pt idx="223">
                  <c:v>44967</c:v>
                </c:pt>
                <c:pt idx="224">
                  <c:v>44968</c:v>
                </c:pt>
                <c:pt idx="225">
                  <c:v>44969</c:v>
                </c:pt>
                <c:pt idx="226">
                  <c:v>44970</c:v>
                </c:pt>
                <c:pt idx="227">
                  <c:v>44971</c:v>
                </c:pt>
                <c:pt idx="228">
                  <c:v>44972</c:v>
                </c:pt>
                <c:pt idx="229">
                  <c:v>44973</c:v>
                </c:pt>
                <c:pt idx="230">
                  <c:v>44974</c:v>
                </c:pt>
                <c:pt idx="231">
                  <c:v>44975</c:v>
                </c:pt>
                <c:pt idx="232">
                  <c:v>44976</c:v>
                </c:pt>
                <c:pt idx="233">
                  <c:v>44977</c:v>
                </c:pt>
                <c:pt idx="234">
                  <c:v>44978</c:v>
                </c:pt>
                <c:pt idx="235">
                  <c:v>44979</c:v>
                </c:pt>
                <c:pt idx="236">
                  <c:v>44980</c:v>
                </c:pt>
                <c:pt idx="237">
                  <c:v>44981</c:v>
                </c:pt>
                <c:pt idx="238">
                  <c:v>44982</c:v>
                </c:pt>
                <c:pt idx="239">
                  <c:v>44983</c:v>
                </c:pt>
                <c:pt idx="240">
                  <c:v>44984</c:v>
                </c:pt>
                <c:pt idx="241">
                  <c:v>44985</c:v>
                </c:pt>
                <c:pt idx="242">
                  <c:v>44986</c:v>
                </c:pt>
                <c:pt idx="243">
                  <c:v>44987</c:v>
                </c:pt>
                <c:pt idx="244">
                  <c:v>44988</c:v>
                </c:pt>
                <c:pt idx="245">
                  <c:v>44989</c:v>
                </c:pt>
                <c:pt idx="246">
                  <c:v>44990</c:v>
                </c:pt>
                <c:pt idx="247">
                  <c:v>44991</c:v>
                </c:pt>
                <c:pt idx="248">
                  <c:v>44992</c:v>
                </c:pt>
                <c:pt idx="249">
                  <c:v>44993</c:v>
                </c:pt>
                <c:pt idx="250">
                  <c:v>44994</c:v>
                </c:pt>
                <c:pt idx="251">
                  <c:v>44995</c:v>
                </c:pt>
                <c:pt idx="252">
                  <c:v>44996</c:v>
                </c:pt>
                <c:pt idx="253">
                  <c:v>44997</c:v>
                </c:pt>
                <c:pt idx="254">
                  <c:v>44998</c:v>
                </c:pt>
                <c:pt idx="255">
                  <c:v>44999</c:v>
                </c:pt>
                <c:pt idx="256">
                  <c:v>45000</c:v>
                </c:pt>
                <c:pt idx="257">
                  <c:v>45001</c:v>
                </c:pt>
                <c:pt idx="258">
                  <c:v>45002</c:v>
                </c:pt>
                <c:pt idx="259">
                  <c:v>45003</c:v>
                </c:pt>
                <c:pt idx="260">
                  <c:v>45004</c:v>
                </c:pt>
                <c:pt idx="261">
                  <c:v>45005</c:v>
                </c:pt>
                <c:pt idx="262">
                  <c:v>45006</c:v>
                </c:pt>
                <c:pt idx="263">
                  <c:v>45007</c:v>
                </c:pt>
                <c:pt idx="264">
                  <c:v>45008</c:v>
                </c:pt>
                <c:pt idx="265">
                  <c:v>45009</c:v>
                </c:pt>
                <c:pt idx="266">
                  <c:v>45010</c:v>
                </c:pt>
                <c:pt idx="267">
                  <c:v>45011</c:v>
                </c:pt>
                <c:pt idx="268">
                  <c:v>45012</c:v>
                </c:pt>
                <c:pt idx="269">
                  <c:v>45013</c:v>
                </c:pt>
                <c:pt idx="270">
                  <c:v>45014</c:v>
                </c:pt>
                <c:pt idx="271">
                  <c:v>45015</c:v>
                </c:pt>
                <c:pt idx="272">
                  <c:v>45016</c:v>
                </c:pt>
                <c:pt idx="273">
                  <c:v>45017</c:v>
                </c:pt>
                <c:pt idx="274">
                  <c:v>45018</c:v>
                </c:pt>
                <c:pt idx="275">
                  <c:v>45019</c:v>
                </c:pt>
                <c:pt idx="276">
                  <c:v>45020</c:v>
                </c:pt>
                <c:pt idx="277">
                  <c:v>45021</c:v>
                </c:pt>
                <c:pt idx="278">
                  <c:v>45022</c:v>
                </c:pt>
                <c:pt idx="279">
                  <c:v>45023</c:v>
                </c:pt>
                <c:pt idx="280">
                  <c:v>45024</c:v>
                </c:pt>
                <c:pt idx="281">
                  <c:v>45025</c:v>
                </c:pt>
                <c:pt idx="282">
                  <c:v>45026</c:v>
                </c:pt>
                <c:pt idx="283">
                  <c:v>45027</c:v>
                </c:pt>
                <c:pt idx="284">
                  <c:v>45028</c:v>
                </c:pt>
                <c:pt idx="285">
                  <c:v>45029</c:v>
                </c:pt>
                <c:pt idx="286">
                  <c:v>45030</c:v>
                </c:pt>
                <c:pt idx="287">
                  <c:v>45031</c:v>
                </c:pt>
                <c:pt idx="288">
                  <c:v>45032</c:v>
                </c:pt>
                <c:pt idx="289">
                  <c:v>45033</c:v>
                </c:pt>
                <c:pt idx="290">
                  <c:v>45034</c:v>
                </c:pt>
                <c:pt idx="291">
                  <c:v>45035</c:v>
                </c:pt>
                <c:pt idx="292">
                  <c:v>45036</c:v>
                </c:pt>
                <c:pt idx="293">
                  <c:v>45037</c:v>
                </c:pt>
                <c:pt idx="294">
                  <c:v>45038</c:v>
                </c:pt>
                <c:pt idx="295">
                  <c:v>45039</c:v>
                </c:pt>
                <c:pt idx="296">
                  <c:v>45040</c:v>
                </c:pt>
                <c:pt idx="297">
                  <c:v>45041</c:v>
                </c:pt>
                <c:pt idx="298">
                  <c:v>45042</c:v>
                </c:pt>
                <c:pt idx="299">
                  <c:v>45043</c:v>
                </c:pt>
                <c:pt idx="300">
                  <c:v>45044</c:v>
                </c:pt>
                <c:pt idx="301">
                  <c:v>45045</c:v>
                </c:pt>
                <c:pt idx="302">
                  <c:v>45046</c:v>
                </c:pt>
              </c:numCache>
            </c:numRef>
          </c:cat>
          <c:val>
            <c:numRef>
              <c:f>'Результат запроса'!$E$2:$E$304</c:f>
              <c:numCache>
                <c:formatCode>General</c:formatCode>
                <c:ptCount val="303"/>
                <c:pt idx="0">
                  <c:v>6</c:v>
                </c:pt>
                <c:pt idx="1">
                  <c:v>6</c:v>
                </c:pt>
                <c:pt idx="2">
                  <c:v>59</c:v>
                </c:pt>
                <c:pt idx="3">
                  <c:v>59</c:v>
                </c:pt>
                <c:pt idx="4">
                  <c:v>59</c:v>
                </c:pt>
                <c:pt idx="5">
                  <c:v>59</c:v>
                </c:pt>
                <c:pt idx="6">
                  <c:v>59</c:v>
                </c:pt>
                <c:pt idx="7">
                  <c:v>59</c:v>
                </c:pt>
                <c:pt idx="8">
                  <c:v>59</c:v>
                </c:pt>
                <c:pt idx="9">
                  <c:v>92</c:v>
                </c:pt>
                <c:pt idx="10">
                  <c:v>92</c:v>
                </c:pt>
                <c:pt idx="11">
                  <c:v>92</c:v>
                </c:pt>
                <c:pt idx="12">
                  <c:v>92</c:v>
                </c:pt>
                <c:pt idx="13">
                  <c:v>92</c:v>
                </c:pt>
                <c:pt idx="14">
                  <c:v>92</c:v>
                </c:pt>
                <c:pt idx="15">
                  <c:v>92</c:v>
                </c:pt>
                <c:pt idx="16">
                  <c:v>133</c:v>
                </c:pt>
                <c:pt idx="17">
                  <c:v>133</c:v>
                </c:pt>
                <c:pt idx="18">
                  <c:v>133</c:v>
                </c:pt>
                <c:pt idx="19">
                  <c:v>133</c:v>
                </c:pt>
                <c:pt idx="20">
                  <c:v>133</c:v>
                </c:pt>
                <c:pt idx="21">
                  <c:v>133</c:v>
                </c:pt>
                <c:pt idx="22">
                  <c:v>133</c:v>
                </c:pt>
                <c:pt idx="23">
                  <c:v>183</c:v>
                </c:pt>
                <c:pt idx="24">
                  <c:v>183</c:v>
                </c:pt>
                <c:pt idx="25">
                  <c:v>183</c:v>
                </c:pt>
                <c:pt idx="26">
                  <c:v>183</c:v>
                </c:pt>
                <c:pt idx="27">
                  <c:v>183</c:v>
                </c:pt>
                <c:pt idx="28">
                  <c:v>183</c:v>
                </c:pt>
                <c:pt idx="29">
                  <c:v>183</c:v>
                </c:pt>
                <c:pt idx="30">
                  <c:v>202</c:v>
                </c:pt>
                <c:pt idx="31">
                  <c:v>202</c:v>
                </c:pt>
                <c:pt idx="32">
                  <c:v>202</c:v>
                </c:pt>
                <c:pt idx="33">
                  <c:v>202</c:v>
                </c:pt>
                <c:pt idx="34">
                  <c:v>202</c:v>
                </c:pt>
                <c:pt idx="35">
                  <c:v>202</c:v>
                </c:pt>
                <c:pt idx="36">
                  <c:v>202</c:v>
                </c:pt>
                <c:pt idx="37">
                  <c:v>193</c:v>
                </c:pt>
                <c:pt idx="38">
                  <c:v>193</c:v>
                </c:pt>
                <c:pt idx="39">
                  <c:v>193</c:v>
                </c:pt>
                <c:pt idx="40">
                  <c:v>193</c:v>
                </c:pt>
                <c:pt idx="41">
                  <c:v>193</c:v>
                </c:pt>
                <c:pt idx="42">
                  <c:v>193</c:v>
                </c:pt>
                <c:pt idx="43">
                  <c:v>193</c:v>
                </c:pt>
                <c:pt idx="44">
                  <c:v>201</c:v>
                </c:pt>
                <c:pt idx="45">
                  <c:v>201</c:v>
                </c:pt>
                <c:pt idx="46">
                  <c:v>201</c:v>
                </c:pt>
                <c:pt idx="47">
                  <c:v>201</c:v>
                </c:pt>
                <c:pt idx="48">
                  <c:v>201</c:v>
                </c:pt>
                <c:pt idx="49">
                  <c:v>201</c:v>
                </c:pt>
                <c:pt idx="50">
                  <c:v>201</c:v>
                </c:pt>
                <c:pt idx="51">
                  <c:v>206</c:v>
                </c:pt>
                <c:pt idx="52">
                  <c:v>206</c:v>
                </c:pt>
                <c:pt idx="53">
                  <c:v>206</c:v>
                </c:pt>
                <c:pt idx="54">
                  <c:v>206</c:v>
                </c:pt>
                <c:pt idx="55">
                  <c:v>206</c:v>
                </c:pt>
                <c:pt idx="56">
                  <c:v>206</c:v>
                </c:pt>
                <c:pt idx="57">
                  <c:v>206</c:v>
                </c:pt>
                <c:pt idx="58">
                  <c:v>192</c:v>
                </c:pt>
                <c:pt idx="59">
                  <c:v>192</c:v>
                </c:pt>
                <c:pt idx="60">
                  <c:v>192</c:v>
                </c:pt>
                <c:pt idx="61">
                  <c:v>192</c:v>
                </c:pt>
                <c:pt idx="62">
                  <c:v>192</c:v>
                </c:pt>
                <c:pt idx="63">
                  <c:v>192</c:v>
                </c:pt>
                <c:pt idx="64">
                  <c:v>192</c:v>
                </c:pt>
                <c:pt idx="65">
                  <c:v>196</c:v>
                </c:pt>
                <c:pt idx="66">
                  <c:v>196</c:v>
                </c:pt>
                <c:pt idx="67">
                  <c:v>196</c:v>
                </c:pt>
                <c:pt idx="68">
                  <c:v>196</c:v>
                </c:pt>
                <c:pt idx="69">
                  <c:v>196</c:v>
                </c:pt>
                <c:pt idx="70">
                  <c:v>196</c:v>
                </c:pt>
                <c:pt idx="71">
                  <c:v>196</c:v>
                </c:pt>
                <c:pt idx="72">
                  <c:v>205</c:v>
                </c:pt>
                <c:pt idx="73">
                  <c:v>205</c:v>
                </c:pt>
                <c:pt idx="74">
                  <c:v>205</c:v>
                </c:pt>
                <c:pt idx="75">
                  <c:v>205</c:v>
                </c:pt>
                <c:pt idx="76">
                  <c:v>205</c:v>
                </c:pt>
                <c:pt idx="77">
                  <c:v>205</c:v>
                </c:pt>
                <c:pt idx="78">
                  <c:v>205</c:v>
                </c:pt>
                <c:pt idx="79">
                  <c:v>213</c:v>
                </c:pt>
                <c:pt idx="80">
                  <c:v>213</c:v>
                </c:pt>
                <c:pt idx="81">
                  <c:v>213</c:v>
                </c:pt>
                <c:pt idx="82">
                  <c:v>213</c:v>
                </c:pt>
                <c:pt idx="83">
                  <c:v>213</c:v>
                </c:pt>
                <c:pt idx="84">
                  <c:v>213</c:v>
                </c:pt>
                <c:pt idx="85">
                  <c:v>213</c:v>
                </c:pt>
                <c:pt idx="86">
                  <c:v>208</c:v>
                </c:pt>
                <c:pt idx="87">
                  <c:v>208</c:v>
                </c:pt>
                <c:pt idx="88">
                  <c:v>208</c:v>
                </c:pt>
                <c:pt idx="89">
                  <c:v>208</c:v>
                </c:pt>
                <c:pt idx="90">
                  <c:v>208</c:v>
                </c:pt>
                <c:pt idx="91">
                  <c:v>208</c:v>
                </c:pt>
                <c:pt idx="92">
                  <c:v>208</c:v>
                </c:pt>
                <c:pt idx="93">
                  <c:v>207</c:v>
                </c:pt>
                <c:pt idx="94">
                  <c:v>207</c:v>
                </c:pt>
                <c:pt idx="95">
                  <c:v>207</c:v>
                </c:pt>
                <c:pt idx="96">
                  <c:v>207</c:v>
                </c:pt>
                <c:pt idx="97">
                  <c:v>207</c:v>
                </c:pt>
                <c:pt idx="98">
                  <c:v>207</c:v>
                </c:pt>
                <c:pt idx="99">
                  <c:v>207</c:v>
                </c:pt>
                <c:pt idx="100">
                  <c:v>204</c:v>
                </c:pt>
                <c:pt idx="101">
                  <c:v>204</c:v>
                </c:pt>
                <c:pt idx="102">
                  <c:v>204</c:v>
                </c:pt>
                <c:pt idx="103">
                  <c:v>204</c:v>
                </c:pt>
                <c:pt idx="104">
                  <c:v>204</c:v>
                </c:pt>
                <c:pt idx="105">
                  <c:v>204</c:v>
                </c:pt>
                <c:pt idx="106">
                  <c:v>204</c:v>
                </c:pt>
                <c:pt idx="107">
                  <c:v>201</c:v>
                </c:pt>
                <c:pt idx="108">
                  <c:v>201</c:v>
                </c:pt>
                <c:pt idx="109">
                  <c:v>201</c:v>
                </c:pt>
                <c:pt idx="110">
                  <c:v>201</c:v>
                </c:pt>
                <c:pt idx="111">
                  <c:v>201</c:v>
                </c:pt>
                <c:pt idx="112">
                  <c:v>201</c:v>
                </c:pt>
                <c:pt idx="113">
                  <c:v>201</c:v>
                </c:pt>
                <c:pt idx="114">
                  <c:v>213</c:v>
                </c:pt>
                <c:pt idx="115">
                  <c:v>213</c:v>
                </c:pt>
                <c:pt idx="116">
                  <c:v>213</c:v>
                </c:pt>
                <c:pt idx="117">
                  <c:v>213</c:v>
                </c:pt>
                <c:pt idx="118">
                  <c:v>213</c:v>
                </c:pt>
                <c:pt idx="119">
                  <c:v>213</c:v>
                </c:pt>
                <c:pt idx="120">
                  <c:v>213</c:v>
                </c:pt>
                <c:pt idx="121">
                  <c:v>214</c:v>
                </c:pt>
                <c:pt idx="122">
                  <c:v>214</c:v>
                </c:pt>
                <c:pt idx="123">
                  <c:v>214</c:v>
                </c:pt>
                <c:pt idx="124">
                  <c:v>214</c:v>
                </c:pt>
                <c:pt idx="125">
                  <c:v>214</c:v>
                </c:pt>
                <c:pt idx="126">
                  <c:v>214</c:v>
                </c:pt>
                <c:pt idx="127">
                  <c:v>214</c:v>
                </c:pt>
                <c:pt idx="128">
                  <c:v>203</c:v>
                </c:pt>
                <c:pt idx="129">
                  <c:v>203</c:v>
                </c:pt>
                <c:pt idx="130">
                  <c:v>203</c:v>
                </c:pt>
                <c:pt idx="131">
                  <c:v>203</c:v>
                </c:pt>
                <c:pt idx="132">
                  <c:v>203</c:v>
                </c:pt>
                <c:pt idx="133">
                  <c:v>203</c:v>
                </c:pt>
                <c:pt idx="134">
                  <c:v>203</c:v>
                </c:pt>
                <c:pt idx="135">
                  <c:v>202</c:v>
                </c:pt>
                <c:pt idx="136">
                  <c:v>202</c:v>
                </c:pt>
                <c:pt idx="137">
                  <c:v>202</c:v>
                </c:pt>
                <c:pt idx="138">
                  <c:v>202</c:v>
                </c:pt>
                <c:pt idx="139">
                  <c:v>202</c:v>
                </c:pt>
                <c:pt idx="140">
                  <c:v>202</c:v>
                </c:pt>
                <c:pt idx="141">
                  <c:v>202</c:v>
                </c:pt>
                <c:pt idx="142">
                  <c:v>167</c:v>
                </c:pt>
                <c:pt idx="143">
                  <c:v>167</c:v>
                </c:pt>
                <c:pt idx="144">
                  <c:v>167</c:v>
                </c:pt>
                <c:pt idx="145">
                  <c:v>167</c:v>
                </c:pt>
                <c:pt idx="146">
                  <c:v>167</c:v>
                </c:pt>
                <c:pt idx="147">
                  <c:v>167</c:v>
                </c:pt>
                <c:pt idx="148">
                  <c:v>167</c:v>
                </c:pt>
                <c:pt idx="149">
                  <c:v>157</c:v>
                </c:pt>
                <c:pt idx="150">
                  <c:v>157</c:v>
                </c:pt>
                <c:pt idx="151">
                  <c:v>157</c:v>
                </c:pt>
                <c:pt idx="152">
                  <c:v>157</c:v>
                </c:pt>
                <c:pt idx="153">
                  <c:v>157</c:v>
                </c:pt>
                <c:pt idx="154">
                  <c:v>157</c:v>
                </c:pt>
                <c:pt idx="155">
                  <c:v>157</c:v>
                </c:pt>
                <c:pt idx="156">
                  <c:v>156</c:v>
                </c:pt>
                <c:pt idx="157">
                  <c:v>156</c:v>
                </c:pt>
                <c:pt idx="158">
                  <c:v>156</c:v>
                </c:pt>
                <c:pt idx="159">
                  <c:v>156</c:v>
                </c:pt>
                <c:pt idx="160">
                  <c:v>156</c:v>
                </c:pt>
                <c:pt idx="161">
                  <c:v>156</c:v>
                </c:pt>
                <c:pt idx="162">
                  <c:v>156</c:v>
                </c:pt>
                <c:pt idx="163">
                  <c:v>153</c:v>
                </c:pt>
                <c:pt idx="164">
                  <c:v>153</c:v>
                </c:pt>
                <c:pt idx="165">
                  <c:v>153</c:v>
                </c:pt>
                <c:pt idx="166">
                  <c:v>153</c:v>
                </c:pt>
                <c:pt idx="167">
                  <c:v>153</c:v>
                </c:pt>
                <c:pt idx="168">
                  <c:v>153</c:v>
                </c:pt>
                <c:pt idx="169">
                  <c:v>153</c:v>
                </c:pt>
                <c:pt idx="170">
                  <c:v>145</c:v>
                </c:pt>
                <c:pt idx="171">
                  <c:v>145</c:v>
                </c:pt>
                <c:pt idx="172">
                  <c:v>145</c:v>
                </c:pt>
                <c:pt idx="173">
                  <c:v>145</c:v>
                </c:pt>
                <c:pt idx="174">
                  <c:v>145</c:v>
                </c:pt>
                <c:pt idx="175">
                  <c:v>145</c:v>
                </c:pt>
                <c:pt idx="176">
                  <c:v>145</c:v>
                </c:pt>
                <c:pt idx="177">
                  <c:v>141</c:v>
                </c:pt>
                <c:pt idx="178">
                  <c:v>141</c:v>
                </c:pt>
                <c:pt idx="179">
                  <c:v>141</c:v>
                </c:pt>
                <c:pt idx="180">
                  <c:v>141</c:v>
                </c:pt>
                <c:pt idx="181">
                  <c:v>141</c:v>
                </c:pt>
                <c:pt idx="182">
                  <c:v>141</c:v>
                </c:pt>
                <c:pt idx="183">
                  <c:v>141</c:v>
                </c:pt>
                <c:pt idx="184">
                  <c:v>190</c:v>
                </c:pt>
                <c:pt idx="185">
                  <c:v>190</c:v>
                </c:pt>
                <c:pt idx="186">
                  <c:v>190</c:v>
                </c:pt>
                <c:pt idx="187">
                  <c:v>190</c:v>
                </c:pt>
                <c:pt idx="188">
                  <c:v>190</c:v>
                </c:pt>
                <c:pt idx="189">
                  <c:v>190</c:v>
                </c:pt>
                <c:pt idx="190">
                  <c:v>190</c:v>
                </c:pt>
                <c:pt idx="191">
                  <c:v>233</c:v>
                </c:pt>
                <c:pt idx="192">
                  <c:v>233</c:v>
                </c:pt>
                <c:pt idx="193">
                  <c:v>233</c:v>
                </c:pt>
                <c:pt idx="194">
                  <c:v>233</c:v>
                </c:pt>
                <c:pt idx="195">
                  <c:v>233</c:v>
                </c:pt>
                <c:pt idx="196">
                  <c:v>233</c:v>
                </c:pt>
                <c:pt idx="197">
                  <c:v>233</c:v>
                </c:pt>
                <c:pt idx="198">
                  <c:v>272</c:v>
                </c:pt>
                <c:pt idx="199">
                  <c:v>272</c:v>
                </c:pt>
                <c:pt idx="200">
                  <c:v>272</c:v>
                </c:pt>
                <c:pt idx="201">
                  <c:v>272</c:v>
                </c:pt>
                <c:pt idx="202">
                  <c:v>272</c:v>
                </c:pt>
                <c:pt idx="203">
                  <c:v>272</c:v>
                </c:pt>
                <c:pt idx="204">
                  <c:v>272</c:v>
                </c:pt>
                <c:pt idx="205">
                  <c:v>295</c:v>
                </c:pt>
                <c:pt idx="206">
                  <c:v>295</c:v>
                </c:pt>
                <c:pt idx="207">
                  <c:v>295</c:v>
                </c:pt>
                <c:pt idx="208">
                  <c:v>295</c:v>
                </c:pt>
                <c:pt idx="209">
                  <c:v>295</c:v>
                </c:pt>
                <c:pt idx="210">
                  <c:v>295</c:v>
                </c:pt>
                <c:pt idx="211">
                  <c:v>295</c:v>
                </c:pt>
                <c:pt idx="212">
                  <c:v>346</c:v>
                </c:pt>
                <c:pt idx="213">
                  <c:v>346</c:v>
                </c:pt>
                <c:pt idx="214">
                  <c:v>346</c:v>
                </c:pt>
                <c:pt idx="215">
                  <c:v>346</c:v>
                </c:pt>
                <c:pt idx="216">
                  <c:v>346</c:v>
                </c:pt>
                <c:pt idx="217">
                  <c:v>346</c:v>
                </c:pt>
                <c:pt idx="218">
                  <c:v>346</c:v>
                </c:pt>
                <c:pt idx="219">
                  <c:v>340</c:v>
                </c:pt>
                <c:pt idx="220">
                  <c:v>340</c:v>
                </c:pt>
                <c:pt idx="221">
                  <c:v>340</c:v>
                </c:pt>
                <c:pt idx="222">
                  <c:v>340</c:v>
                </c:pt>
                <c:pt idx="223">
                  <c:v>340</c:v>
                </c:pt>
                <c:pt idx="224">
                  <c:v>340</c:v>
                </c:pt>
                <c:pt idx="225">
                  <c:v>340</c:v>
                </c:pt>
                <c:pt idx="226">
                  <c:v>347</c:v>
                </c:pt>
                <c:pt idx="227">
                  <c:v>347</c:v>
                </c:pt>
                <c:pt idx="228">
                  <c:v>347</c:v>
                </c:pt>
                <c:pt idx="229">
                  <c:v>347</c:v>
                </c:pt>
                <c:pt idx="230">
                  <c:v>347</c:v>
                </c:pt>
                <c:pt idx="231">
                  <c:v>347</c:v>
                </c:pt>
                <c:pt idx="232">
                  <c:v>347</c:v>
                </c:pt>
                <c:pt idx="233">
                  <c:v>384</c:v>
                </c:pt>
                <c:pt idx="234">
                  <c:v>384</c:v>
                </c:pt>
                <c:pt idx="235">
                  <c:v>384</c:v>
                </c:pt>
                <c:pt idx="236">
                  <c:v>384</c:v>
                </c:pt>
                <c:pt idx="237">
                  <c:v>384</c:v>
                </c:pt>
                <c:pt idx="238">
                  <c:v>384</c:v>
                </c:pt>
                <c:pt idx="239">
                  <c:v>384</c:v>
                </c:pt>
                <c:pt idx="240">
                  <c:v>611</c:v>
                </c:pt>
                <c:pt idx="241">
                  <c:v>611</c:v>
                </c:pt>
                <c:pt idx="242">
                  <c:v>611</c:v>
                </c:pt>
                <c:pt idx="243">
                  <c:v>611</c:v>
                </c:pt>
                <c:pt idx="244">
                  <c:v>611</c:v>
                </c:pt>
                <c:pt idx="245">
                  <c:v>611</c:v>
                </c:pt>
                <c:pt idx="246">
                  <c:v>611</c:v>
                </c:pt>
                <c:pt idx="247">
                  <c:v>712</c:v>
                </c:pt>
                <c:pt idx="248">
                  <c:v>712</c:v>
                </c:pt>
                <c:pt idx="249">
                  <c:v>712</c:v>
                </c:pt>
                <c:pt idx="250">
                  <c:v>712</c:v>
                </c:pt>
                <c:pt idx="251">
                  <c:v>712</c:v>
                </c:pt>
                <c:pt idx="252">
                  <c:v>712</c:v>
                </c:pt>
                <c:pt idx="253">
                  <c:v>712</c:v>
                </c:pt>
                <c:pt idx="254">
                  <c:v>772</c:v>
                </c:pt>
                <c:pt idx="255">
                  <c:v>772</c:v>
                </c:pt>
                <c:pt idx="256">
                  <c:v>772</c:v>
                </c:pt>
                <c:pt idx="257">
                  <c:v>772</c:v>
                </c:pt>
                <c:pt idx="258">
                  <c:v>772</c:v>
                </c:pt>
                <c:pt idx="259">
                  <c:v>772</c:v>
                </c:pt>
                <c:pt idx="260">
                  <c:v>772</c:v>
                </c:pt>
                <c:pt idx="261">
                  <c:v>656</c:v>
                </c:pt>
                <c:pt idx="262">
                  <c:v>656</c:v>
                </c:pt>
                <c:pt idx="263">
                  <c:v>656</c:v>
                </c:pt>
                <c:pt idx="264">
                  <c:v>656</c:v>
                </c:pt>
                <c:pt idx="265">
                  <c:v>656</c:v>
                </c:pt>
                <c:pt idx="266">
                  <c:v>656</c:v>
                </c:pt>
                <c:pt idx="267">
                  <c:v>656</c:v>
                </c:pt>
                <c:pt idx="268">
                  <c:v>661</c:v>
                </c:pt>
                <c:pt idx="269">
                  <c:v>661</c:v>
                </c:pt>
                <c:pt idx="270">
                  <c:v>661</c:v>
                </c:pt>
                <c:pt idx="271">
                  <c:v>661</c:v>
                </c:pt>
                <c:pt idx="272">
                  <c:v>661</c:v>
                </c:pt>
                <c:pt idx="273">
                  <c:v>661</c:v>
                </c:pt>
                <c:pt idx="274">
                  <c:v>661</c:v>
                </c:pt>
                <c:pt idx="275">
                  <c:v>699</c:v>
                </c:pt>
                <c:pt idx="276">
                  <c:v>699</c:v>
                </c:pt>
                <c:pt idx="277">
                  <c:v>699</c:v>
                </c:pt>
                <c:pt idx="278">
                  <c:v>699</c:v>
                </c:pt>
                <c:pt idx="279">
                  <c:v>699</c:v>
                </c:pt>
                <c:pt idx="280">
                  <c:v>699</c:v>
                </c:pt>
                <c:pt idx="281">
                  <c:v>699</c:v>
                </c:pt>
                <c:pt idx="282">
                  <c:v>614</c:v>
                </c:pt>
                <c:pt idx="283">
                  <c:v>614</c:v>
                </c:pt>
                <c:pt idx="284">
                  <c:v>614</c:v>
                </c:pt>
                <c:pt idx="285">
                  <c:v>614</c:v>
                </c:pt>
                <c:pt idx="286">
                  <c:v>614</c:v>
                </c:pt>
                <c:pt idx="287">
                  <c:v>614</c:v>
                </c:pt>
                <c:pt idx="288">
                  <c:v>614</c:v>
                </c:pt>
                <c:pt idx="289">
                  <c:v>545</c:v>
                </c:pt>
                <c:pt idx="290">
                  <c:v>545</c:v>
                </c:pt>
                <c:pt idx="291">
                  <c:v>545</c:v>
                </c:pt>
                <c:pt idx="292">
                  <c:v>545</c:v>
                </c:pt>
                <c:pt idx="293">
                  <c:v>545</c:v>
                </c:pt>
                <c:pt idx="294">
                  <c:v>545</c:v>
                </c:pt>
                <c:pt idx="295">
                  <c:v>545</c:v>
                </c:pt>
                <c:pt idx="296">
                  <c:v>422</c:v>
                </c:pt>
                <c:pt idx="297">
                  <c:v>422</c:v>
                </c:pt>
                <c:pt idx="298">
                  <c:v>422</c:v>
                </c:pt>
                <c:pt idx="299">
                  <c:v>422</c:v>
                </c:pt>
                <c:pt idx="300">
                  <c:v>422</c:v>
                </c:pt>
                <c:pt idx="301">
                  <c:v>422</c:v>
                </c:pt>
                <c:pt idx="302">
                  <c:v>422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B0D-4947-98AE-2DFC2AE1C92A}"/>
            </c:ext>
          </c:extLst>
        </c:ser>
        <c:ser>
          <c:idx val="2"/>
          <c:order val="2"/>
          <c:tx>
            <c:strRef>
              <c:f>'Результат запроса'!$F$1</c:f>
              <c:strCache>
                <c:ptCount val="1"/>
                <c:pt idx="0">
                  <c:v>MAU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numRef>
              <c:f>'Результат запроса'!$A$2:$A$304</c:f>
              <c:numCache>
                <c:formatCode>m/d/yy</c:formatCode>
                <c:ptCount val="303"/>
                <c:pt idx="0">
                  <c:v>44744</c:v>
                </c:pt>
                <c:pt idx="1">
                  <c:v>44745</c:v>
                </c:pt>
                <c:pt idx="2">
                  <c:v>44746</c:v>
                </c:pt>
                <c:pt idx="3">
                  <c:v>44747</c:v>
                </c:pt>
                <c:pt idx="4">
                  <c:v>44748</c:v>
                </c:pt>
                <c:pt idx="5">
                  <c:v>44749</c:v>
                </c:pt>
                <c:pt idx="6">
                  <c:v>44750</c:v>
                </c:pt>
                <c:pt idx="7">
                  <c:v>44751</c:v>
                </c:pt>
                <c:pt idx="8">
                  <c:v>44752</c:v>
                </c:pt>
                <c:pt idx="9">
                  <c:v>44753</c:v>
                </c:pt>
                <c:pt idx="10">
                  <c:v>44754</c:v>
                </c:pt>
                <c:pt idx="11">
                  <c:v>44755</c:v>
                </c:pt>
                <c:pt idx="12">
                  <c:v>44756</c:v>
                </c:pt>
                <c:pt idx="13">
                  <c:v>44757</c:v>
                </c:pt>
                <c:pt idx="14">
                  <c:v>44758</c:v>
                </c:pt>
                <c:pt idx="15">
                  <c:v>44759</c:v>
                </c:pt>
                <c:pt idx="16">
                  <c:v>44760</c:v>
                </c:pt>
                <c:pt idx="17">
                  <c:v>44761</c:v>
                </c:pt>
                <c:pt idx="18">
                  <c:v>44762</c:v>
                </c:pt>
                <c:pt idx="19">
                  <c:v>44763</c:v>
                </c:pt>
                <c:pt idx="20">
                  <c:v>44764</c:v>
                </c:pt>
                <c:pt idx="21">
                  <c:v>44765</c:v>
                </c:pt>
                <c:pt idx="22">
                  <c:v>44766</c:v>
                </c:pt>
                <c:pt idx="23">
                  <c:v>44767</c:v>
                </c:pt>
                <c:pt idx="24">
                  <c:v>44768</c:v>
                </c:pt>
                <c:pt idx="25">
                  <c:v>44769</c:v>
                </c:pt>
                <c:pt idx="26">
                  <c:v>44770</c:v>
                </c:pt>
                <c:pt idx="27">
                  <c:v>44771</c:v>
                </c:pt>
                <c:pt idx="28">
                  <c:v>44772</c:v>
                </c:pt>
                <c:pt idx="29">
                  <c:v>44773</c:v>
                </c:pt>
                <c:pt idx="30">
                  <c:v>44774</c:v>
                </c:pt>
                <c:pt idx="31">
                  <c:v>44775</c:v>
                </c:pt>
                <c:pt idx="32">
                  <c:v>44776</c:v>
                </c:pt>
                <c:pt idx="33">
                  <c:v>44777</c:v>
                </c:pt>
                <c:pt idx="34">
                  <c:v>44778</c:v>
                </c:pt>
                <c:pt idx="35">
                  <c:v>44779</c:v>
                </c:pt>
                <c:pt idx="36">
                  <c:v>44780</c:v>
                </c:pt>
                <c:pt idx="37">
                  <c:v>44781</c:v>
                </c:pt>
                <c:pt idx="38">
                  <c:v>44782</c:v>
                </c:pt>
                <c:pt idx="39">
                  <c:v>44783</c:v>
                </c:pt>
                <c:pt idx="40">
                  <c:v>44784</c:v>
                </c:pt>
                <c:pt idx="41">
                  <c:v>44785</c:v>
                </c:pt>
                <c:pt idx="42">
                  <c:v>44786</c:v>
                </c:pt>
                <c:pt idx="43">
                  <c:v>44787</c:v>
                </c:pt>
                <c:pt idx="44">
                  <c:v>44788</c:v>
                </c:pt>
                <c:pt idx="45">
                  <c:v>44789</c:v>
                </c:pt>
                <c:pt idx="46">
                  <c:v>44790</c:v>
                </c:pt>
                <c:pt idx="47">
                  <c:v>44791</c:v>
                </c:pt>
                <c:pt idx="48">
                  <c:v>44792</c:v>
                </c:pt>
                <c:pt idx="49">
                  <c:v>44793</c:v>
                </c:pt>
                <c:pt idx="50">
                  <c:v>44794</c:v>
                </c:pt>
                <c:pt idx="51">
                  <c:v>44795</c:v>
                </c:pt>
                <c:pt idx="52">
                  <c:v>44796</c:v>
                </c:pt>
                <c:pt idx="53">
                  <c:v>44797</c:v>
                </c:pt>
                <c:pt idx="54">
                  <c:v>44798</c:v>
                </c:pt>
                <c:pt idx="55">
                  <c:v>44799</c:v>
                </c:pt>
                <c:pt idx="56">
                  <c:v>44800</c:v>
                </c:pt>
                <c:pt idx="57">
                  <c:v>44801</c:v>
                </c:pt>
                <c:pt idx="58">
                  <c:v>44802</c:v>
                </c:pt>
                <c:pt idx="59">
                  <c:v>44803</c:v>
                </c:pt>
                <c:pt idx="60">
                  <c:v>44804</c:v>
                </c:pt>
                <c:pt idx="61">
                  <c:v>44805</c:v>
                </c:pt>
                <c:pt idx="62">
                  <c:v>44806</c:v>
                </c:pt>
                <c:pt idx="63">
                  <c:v>44807</c:v>
                </c:pt>
                <c:pt idx="64">
                  <c:v>44808</c:v>
                </c:pt>
                <c:pt idx="65">
                  <c:v>44809</c:v>
                </c:pt>
                <c:pt idx="66">
                  <c:v>44810</c:v>
                </c:pt>
                <c:pt idx="67">
                  <c:v>44811</c:v>
                </c:pt>
                <c:pt idx="68">
                  <c:v>44812</c:v>
                </c:pt>
                <c:pt idx="69">
                  <c:v>44813</c:v>
                </c:pt>
                <c:pt idx="70">
                  <c:v>44814</c:v>
                </c:pt>
                <c:pt idx="71">
                  <c:v>44815</c:v>
                </c:pt>
                <c:pt idx="72">
                  <c:v>44816</c:v>
                </c:pt>
                <c:pt idx="73">
                  <c:v>44817</c:v>
                </c:pt>
                <c:pt idx="74">
                  <c:v>44818</c:v>
                </c:pt>
                <c:pt idx="75">
                  <c:v>44819</c:v>
                </c:pt>
                <c:pt idx="76">
                  <c:v>44820</c:v>
                </c:pt>
                <c:pt idx="77">
                  <c:v>44821</c:v>
                </c:pt>
                <c:pt idx="78">
                  <c:v>44822</c:v>
                </c:pt>
                <c:pt idx="79">
                  <c:v>44823</c:v>
                </c:pt>
                <c:pt idx="80">
                  <c:v>44824</c:v>
                </c:pt>
                <c:pt idx="81">
                  <c:v>44825</c:v>
                </c:pt>
                <c:pt idx="82">
                  <c:v>44826</c:v>
                </c:pt>
                <c:pt idx="83">
                  <c:v>44827</c:v>
                </c:pt>
                <c:pt idx="84">
                  <c:v>44828</c:v>
                </c:pt>
                <c:pt idx="85">
                  <c:v>44829</c:v>
                </c:pt>
                <c:pt idx="86">
                  <c:v>44830</c:v>
                </c:pt>
                <c:pt idx="87">
                  <c:v>44831</c:v>
                </c:pt>
                <c:pt idx="88">
                  <c:v>44832</c:v>
                </c:pt>
                <c:pt idx="89">
                  <c:v>44833</c:v>
                </c:pt>
                <c:pt idx="90">
                  <c:v>44834</c:v>
                </c:pt>
                <c:pt idx="91">
                  <c:v>44835</c:v>
                </c:pt>
                <c:pt idx="92">
                  <c:v>44836</c:v>
                </c:pt>
                <c:pt idx="93">
                  <c:v>44837</c:v>
                </c:pt>
                <c:pt idx="94">
                  <c:v>44838</c:v>
                </c:pt>
                <c:pt idx="95">
                  <c:v>44839</c:v>
                </c:pt>
                <c:pt idx="96">
                  <c:v>44840</c:v>
                </c:pt>
                <c:pt idx="97">
                  <c:v>44841</c:v>
                </c:pt>
                <c:pt idx="98">
                  <c:v>44842</c:v>
                </c:pt>
                <c:pt idx="99">
                  <c:v>44843</c:v>
                </c:pt>
                <c:pt idx="100">
                  <c:v>44844</c:v>
                </c:pt>
                <c:pt idx="101">
                  <c:v>44845</c:v>
                </c:pt>
                <c:pt idx="102">
                  <c:v>44846</c:v>
                </c:pt>
                <c:pt idx="103">
                  <c:v>44847</c:v>
                </c:pt>
                <c:pt idx="104">
                  <c:v>44848</c:v>
                </c:pt>
                <c:pt idx="105">
                  <c:v>44849</c:v>
                </c:pt>
                <c:pt idx="106">
                  <c:v>44850</c:v>
                </c:pt>
                <c:pt idx="107">
                  <c:v>44851</c:v>
                </c:pt>
                <c:pt idx="108">
                  <c:v>44852</c:v>
                </c:pt>
                <c:pt idx="109">
                  <c:v>44853</c:v>
                </c:pt>
                <c:pt idx="110">
                  <c:v>44854</c:v>
                </c:pt>
                <c:pt idx="111">
                  <c:v>44855</c:v>
                </c:pt>
                <c:pt idx="112">
                  <c:v>44856</c:v>
                </c:pt>
                <c:pt idx="113">
                  <c:v>44857</c:v>
                </c:pt>
                <c:pt idx="114">
                  <c:v>44858</c:v>
                </c:pt>
                <c:pt idx="115">
                  <c:v>44859</c:v>
                </c:pt>
                <c:pt idx="116">
                  <c:v>44860</c:v>
                </c:pt>
                <c:pt idx="117">
                  <c:v>44861</c:v>
                </c:pt>
                <c:pt idx="118">
                  <c:v>44862</c:v>
                </c:pt>
                <c:pt idx="119">
                  <c:v>44863</c:v>
                </c:pt>
                <c:pt idx="120">
                  <c:v>44864</c:v>
                </c:pt>
                <c:pt idx="121">
                  <c:v>44865</c:v>
                </c:pt>
                <c:pt idx="122">
                  <c:v>44866</c:v>
                </c:pt>
                <c:pt idx="123">
                  <c:v>44867</c:v>
                </c:pt>
                <c:pt idx="124">
                  <c:v>44868</c:v>
                </c:pt>
                <c:pt idx="125">
                  <c:v>44869</c:v>
                </c:pt>
                <c:pt idx="126">
                  <c:v>44870</c:v>
                </c:pt>
                <c:pt idx="127">
                  <c:v>44871</c:v>
                </c:pt>
                <c:pt idx="128">
                  <c:v>44872</c:v>
                </c:pt>
                <c:pt idx="129">
                  <c:v>44873</c:v>
                </c:pt>
                <c:pt idx="130">
                  <c:v>44874</c:v>
                </c:pt>
                <c:pt idx="131">
                  <c:v>44875</c:v>
                </c:pt>
                <c:pt idx="132">
                  <c:v>44876</c:v>
                </c:pt>
                <c:pt idx="133">
                  <c:v>44877</c:v>
                </c:pt>
                <c:pt idx="134">
                  <c:v>44878</c:v>
                </c:pt>
                <c:pt idx="135">
                  <c:v>44879</c:v>
                </c:pt>
                <c:pt idx="136">
                  <c:v>44880</c:v>
                </c:pt>
                <c:pt idx="137">
                  <c:v>44881</c:v>
                </c:pt>
                <c:pt idx="138">
                  <c:v>44882</c:v>
                </c:pt>
                <c:pt idx="139">
                  <c:v>44883</c:v>
                </c:pt>
                <c:pt idx="140">
                  <c:v>44884</c:v>
                </c:pt>
                <c:pt idx="141">
                  <c:v>44885</c:v>
                </c:pt>
                <c:pt idx="142">
                  <c:v>44886</c:v>
                </c:pt>
                <c:pt idx="143">
                  <c:v>44887</c:v>
                </c:pt>
                <c:pt idx="144">
                  <c:v>44888</c:v>
                </c:pt>
                <c:pt idx="145">
                  <c:v>44889</c:v>
                </c:pt>
                <c:pt idx="146">
                  <c:v>44890</c:v>
                </c:pt>
                <c:pt idx="147">
                  <c:v>44891</c:v>
                </c:pt>
                <c:pt idx="148">
                  <c:v>44892</c:v>
                </c:pt>
                <c:pt idx="149">
                  <c:v>44893</c:v>
                </c:pt>
                <c:pt idx="150">
                  <c:v>44894</c:v>
                </c:pt>
                <c:pt idx="151">
                  <c:v>44895</c:v>
                </c:pt>
                <c:pt idx="152">
                  <c:v>44896</c:v>
                </c:pt>
                <c:pt idx="153">
                  <c:v>44897</c:v>
                </c:pt>
                <c:pt idx="154">
                  <c:v>44898</c:v>
                </c:pt>
                <c:pt idx="155">
                  <c:v>44899</c:v>
                </c:pt>
                <c:pt idx="156">
                  <c:v>44900</c:v>
                </c:pt>
                <c:pt idx="157">
                  <c:v>44901</c:v>
                </c:pt>
                <c:pt idx="158">
                  <c:v>44902</c:v>
                </c:pt>
                <c:pt idx="159">
                  <c:v>44903</c:v>
                </c:pt>
                <c:pt idx="160">
                  <c:v>44904</c:v>
                </c:pt>
                <c:pt idx="161">
                  <c:v>44905</c:v>
                </c:pt>
                <c:pt idx="162">
                  <c:v>44906</c:v>
                </c:pt>
                <c:pt idx="163">
                  <c:v>44907</c:v>
                </c:pt>
                <c:pt idx="164">
                  <c:v>44908</c:v>
                </c:pt>
                <c:pt idx="165">
                  <c:v>44909</c:v>
                </c:pt>
                <c:pt idx="166">
                  <c:v>44910</c:v>
                </c:pt>
                <c:pt idx="167">
                  <c:v>44911</c:v>
                </c:pt>
                <c:pt idx="168">
                  <c:v>44912</c:v>
                </c:pt>
                <c:pt idx="169">
                  <c:v>44913</c:v>
                </c:pt>
                <c:pt idx="170">
                  <c:v>44914</c:v>
                </c:pt>
                <c:pt idx="171">
                  <c:v>44915</c:v>
                </c:pt>
                <c:pt idx="172">
                  <c:v>44916</c:v>
                </c:pt>
                <c:pt idx="173">
                  <c:v>44917</c:v>
                </c:pt>
                <c:pt idx="174">
                  <c:v>44918</c:v>
                </c:pt>
                <c:pt idx="175">
                  <c:v>44919</c:v>
                </c:pt>
                <c:pt idx="176">
                  <c:v>44920</c:v>
                </c:pt>
                <c:pt idx="177">
                  <c:v>44921</c:v>
                </c:pt>
                <c:pt idx="178">
                  <c:v>44922</c:v>
                </c:pt>
                <c:pt idx="179">
                  <c:v>44923</c:v>
                </c:pt>
                <c:pt idx="180">
                  <c:v>44924</c:v>
                </c:pt>
                <c:pt idx="181">
                  <c:v>44925</c:v>
                </c:pt>
                <c:pt idx="182">
                  <c:v>44926</c:v>
                </c:pt>
                <c:pt idx="183">
                  <c:v>44927</c:v>
                </c:pt>
                <c:pt idx="184">
                  <c:v>44928</c:v>
                </c:pt>
                <c:pt idx="185">
                  <c:v>44929</c:v>
                </c:pt>
                <c:pt idx="186">
                  <c:v>44930</c:v>
                </c:pt>
                <c:pt idx="187">
                  <c:v>44931</c:v>
                </c:pt>
                <c:pt idx="188">
                  <c:v>44932</c:v>
                </c:pt>
                <c:pt idx="189">
                  <c:v>44933</c:v>
                </c:pt>
                <c:pt idx="190">
                  <c:v>44934</c:v>
                </c:pt>
                <c:pt idx="191">
                  <c:v>44935</c:v>
                </c:pt>
                <c:pt idx="192">
                  <c:v>44936</c:v>
                </c:pt>
                <c:pt idx="193">
                  <c:v>44937</c:v>
                </c:pt>
                <c:pt idx="194">
                  <c:v>44938</c:v>
                </c:pt>
                <c:pt idx="195">
                  <c:v>44939</c:v>
                </c:pt>
                <c:pt idx="196">
                  <c:v>44940</c:v>
                </c:pt>
                <c:pt idx="197">
                  <c:v>44941</c:v>
                </c:pt>
                <c:pt idx="198">
                  <c:v>44942</c:v>
                </c:pt>
                <c:pt idx="199">
                  <c:v>44943</c:v>
                </c:pt>
                <c:pt idx="200">
                  <c:v>44944</c:v>
                </c:pt>
                <c:pt idx="201">
                  <c:v>44945</c:v>
                </c:pt>
                <c:pt idx="202">
                  <c:v>44946</c:v>
                </c:pt>
                <c:pt idx="203">
                  <c:v>44947</c:v>
                </c:pt>
                <c:pt idx="204">
                  <c:v>44948</c:v>
                </c:pt>
                <c:pt idx="205">
                  <c:v>44949</c:v>
                </c:pt>
                <c:pt idx="206">
                  <c:v>44950</c:v>
                </c:pt>
                <c:pt idx="207">
                  <c:v>44951</c:v>
                </c:pt>
                <c:pt idx="208">
                  <c:v>44952</c:v>
                </c:pt>
                <c:pt idx="209">
                  <c:v>44953</c:v>
                </c:pt>
                <c:pt idx="210">
                  <c:v>44954</c:v>
                </c:pt>
                <c:pt idx="211">
                  <c:v>44955</c:v>
                </c:pt>
                <c:pt idx="212">
                  <c:v>44956</c:v>
                </c:pt>
                <c:pt idx="213">
                  <c:v>44957</c:v>
                </c:pt>
                <c:pt idx="214">
                  <c:v>44958</c:v>
                </c:pt>
                <c:pt idx="215">
                  <c:v>44959</c:v>
                </c:pt>
                <c:pt idx="216">
                  <c:v>44960</c:v>
                </c:pt>
                <c:pt idx="217">
                  <c:v>44961</c:v>
                </c:pt>
                <c:pt idx="218">
                  <c:v>44962</c:v>
                </c:pt>
                <c:pt idx="219">
                  <c:v>44963</c:v>
                </c:pt>
                <c:pt idx="220">
                  <c:v>44964</c:v>
                </c:pt>
                <c:pt idx="221">
                  <c:v>44965</c:v>
                </c:pt>
                <c:pt idx="222">
                  <c:v>44966</c:v>
                </c:pt>
                <c:pt idx="223">
                  <c:v>44967</c:v>
                </c:pt>
                <c:pt idx="224">
                  <c:v>44968</c:v>
                </c:pt>
                <c:pt idx="225">
                  <c:v>44969</c:v>
                </c:pt>
                <c:pt idx="226">
                  <c:v>44970</c:v>
                </c:pt>
                <c:pt idx="227">
                  <c:v>44971</c:v>
                </c:pt>
                <c:pt idx="228">
                  <c:v>44972</c:v>
                </c:pt>
                <c:pt idx="229">
                  <c:v>44973</c:v>
                </c:pt>
                <c:pt idx="230">
                  <c:v>44974</c:v>
                </c:pt>
                <c:pt idx="231">
                  <c:v>44975</c:v>
                </c:pt>
                <c:pt idx="232">
                  <c:v>44976</c:v>
                </c:pt>
                <c:pt idx="233">
                  <c:v>44977</c:v>
                </c:pt>
                <c:pt idx="234">
                  <c:v>44978</c:v>
                </c:pt>
                <c:pt idx="235">
                  <c:v>44979</c:v>
                </c:pt>
                <c:pt idx="236">
                  <c:v>44980</c:v>
                </c:pt>
                <c:pt idx="237">
                  <c:v>44981</c:v>
                </c:pt>
                <c:pt idx="238">
                  <c:v>44982</c:v>
                </c:pt>
                <c:pt idx="239">
                  <c:v>44983</c:v>
                </c:pt>
                <c:pt idx="240">
                  <c:v>44984</c:v>
                </c:pt>
                <c:pt idx="241">
                  <c:v>44985</c:v>
                </c:pt>
                <c:pt idx="242">
                  <c:v>44986</c:v>
                </c:pt>
                <c:pt idx="243">
                  <c:v>44987</c:v>
                </c:pt>
                <c:pt idx="244">
                  <c:v>44988</c:v>
                </c:pt>
                <c:pt idx="245">
                  <c:v>44989</c:v>
                </c:pt>
                <c:pt idx="246">
                  <c:v>44990</c:v>
                </c:pt>
                <c:pt idx="247">
                  <c:v>44991</c:v>
                </c:pt>
                <c:pt idx="248">
                  <c:v>44992</c:v>
                </c:pt>
                <c:pt idx="249">
                  <c:v>44993</c:v>
                </c:pt>
                <c:pt idx="250">
                  <c:v>44994</c:v>
                </c:pt>
                <c:pt idx="251">
                  <c:v>44995</c:v>
                </c:pt>
                <c:pt idx="252">
                  <c:v>44996</c:v>
                </c:pt>
                <c:pt idx="253">
                  <c:v>44997</c:v>
                </c:pt>
                <c:pt idx="254">
                  <c:v>44998</c:v>
                </c:pt>
                <c:pt idx="255">
                  <c:v>44999</c:v>
                </c:pt>
                <c:pt idx="256">
                  <c:v>45000</c:v>
                </c:pt>
                <c:pt idx="257">
                  <c:v>45001</c:v>
                </c:pt>
                <c:pt idx="258">
                  <c:v>45002</c:v>
                </c:pt>
                <c:pt idx="259">
                  <c:v>45003</c:v>
                </c:pt>
                <c:pt idx="260">
                  <c:v>45004</c:v>
                </c:pt>
                <c:pt idx="261">
                  <c:v>45005</c:v>
                </c:pt>
                <c:pt idx="262">
                  <c:v>45006</c:v>
                </c:pt>
                <c:pt idx="263">
                  <c:v>45007</c:v>
                </c:pt>
                <c:pt idx="264">
                  <c:v>45008</c:v>
                </c:pt>
                <c:pt idx="265">
                  <c:v>45009</c:v>
                </c:pt>
                <c:pt idx="266">
                  <c:v>45010</c:v>
                </c:pt>
                <c:pt idx="267">
                  <c:v>45011</c:v>
                </c:pt>
                <c:pt idx="268">
                  <c:v>45012</c:v>
                </c:pt>
                <c:pt idx="269">
                  <c:v>45013</c:v>
                </c:pt>
                <c:pt idx="270">
                  <c:v>45014</c:v>
                </c:pt>
                <c:pt idx="271">
                  <c:v>45015</c:v>
                </c:pt>
                <c:pt idx="272">
                  <c:v>45016</c:v>
                </c:pt>
                <c:pt idx="273">
                  <c:v>45017</c:v>
                </c:pt>
                <c:pt idx="274">
                  <c:v>45018</c:v>
                </c:pt>
                <c:pt idx="275">
                  <c:v>45019</c:v>
                </c:pt>
                <c:pt idx="276">
                  <c:v>45020</c:v>
                </c:pt>
                <c:pt idx="277">
                  <c:v>45021</c:v>
                </c:pt>
                <c:pt idx="278">
                  <c:v>45022</c:v>
                </c:pt>
                <c:pt idx="279">
                  <c:v>45023</c:v>
                </c:pt>
                <c:pt idx="280">
                  <c:v>45024</c:v>
                </c:pt>
                <c:pt idx="281">
                  <c:v>45025</c:v>
                </c:pt>
                <c:pt idx="282">
                  <c:v>45026</c:v>
                </c:pt>
                <c:pt idx="283">
                  <c:v>45027</c:v>
                </c:pt>
                <c:pt idx="284">
                  <c:v>45028</c:v>
                </c:pt>
                <c:pt idx="285">
                  <c:v>45029</c:v>
                </c:pt>
                <c:pt idx="286">
                  <c:v>45030</c:v>
                </c:pt>
                <c:pt idx="287">
                  <c:v>45031</c:v>
                </c:pt>
                <c:pt idx="288">
                  <c:v>45032</c:v>
                </c:pt>
                <c:pt idx="289">
                  <c:v>45033</c:v>
                </c:pt>
                <c:pt idx="290">
                  <c:v>45034</c:v>
                </c:pt>
                <c:pt idx="291">
                  <c:v>45035</c:v>
                </c:pt>
                <c:pt idx="292">
                  <c:v>45036</c:v>
                </c:pt>
                <c:pt idx="293">
                  <c:v>45037</c:v>
                </c:pt>
                <c:pt idx="294">
                  <c:v>45038</c:v>
                </c:pt>
                <c:pt idx="295">
                  <c:v>45039</c:v>
                </c:pt>
                <c:pt idx="296">
                  <c:v>45040</c:v>
                </c:pt>
                <c:pt idx="297">
                  <c:v>45041</c:v>
                </c:pt>
                <c:pt idx="298">
                  <c:v>45042</c:v>
                </c:pt>
                <c:pt idx="299">
                  <c:v>45043</c:v>
                </c:pt>
                <c:pt idx="300">
                  <c:v>45044</c:v>
                </c:pt>
                <c:pt idx="301">
                  <c:v>45045</c:v>
                </c:pt>
                <c:pt idx="302">
                  <c:v>45046</c:v>
                </c:pt>
              </c:numCache>
            </c:numRef>
          </c:cat>
          <c:val>
            <c:numRef>
              <c:f>'Результат запроса'!$F$2:$F$304</c:f>
              <c:numCache>
                <c:formatCode>General</c:formatCode>
                <c:ptCount val="303"/>
                <c:pt idx="0">
                  <c:v>193</c:v>
                </c:pt>
                <c:pt idx="1">
                  <c:v>193</c:v>
                </c:pt>
                <c:pt idx="2">
                  <c:v>193</c:v>
                </c:pt>
                <c:pt idx="3">
                  <c:v>193</c:v>
                </c:pt>
                <c:pt idx="4">
                  <c:v>193</c:v>
                </c:pt>
                <c:pt idx="5">
                  <c:v>193</c:v>
                </c:pt>
                <c:pt idx="6">
                  <c:v>193</c:v>
                </c:pt>
                <c:pt idx="7">
                  <c:v>193</c:v>
                </c:pt>
                <c:pt idx="8">
                  <c:v>193</c:v>
                </c:pt>
                <c:pt idx="9">
                  <c:v>193</c:v>
                </c:pt>
                <c:pt idx="10">
                  <c:v>193</c:v>
                </c:pt>
                <c:pt idx="11">
                  <c:v>193</c:v>
                </c:pt>
                <c:pt idx="12">
                  <c:v>193</c:v>
                </c:pt>
                <c:pt idx="13">
                  <c:v>193</c:v>
                </c:pt>
                <c:pt idx="14">
                  <c:v>193</c:v>
                </c:pt>
                <c:pt idx="15">
                  <c:v>193</c:v>
                </c:pt>
                <c:pt idx="16">
                  <c:v>193</c:v>
                </c:pt>
                <c:pt idx="17">
                  <c:v>193</c:v>
                </c:pt>
                <c:pt idx="18">
                  <c:v>193</c:v>
                </c:pt>
                <c:pt idx="19">
                  <c:v>193</c:v>
                </c:pt>
                <c:pt idx="20">
                  <c:v>193</c:v>
                </c:pt>
                <c:pt idx="21">
                  <c:v>193</c:v>
                </c:pt>
                <c:pt idx="22">
                  <c:v>193</c:v>
                </c:pt>
                <c:pt idx="23">
                  <c:v>193</c:v>
                </c:pt>
                <c:pt idx="24">
                  <c:v>193</c:v>
                </c:pt>
                <c:pt idx="25">
                  <c:v>193</c:v>
                </c:pt>
                <c:pt idx="26">
                  <c:v>193</c:v>
                </c:pt>
                <c:pt idx="27">
                  <c:v>193</c:v>
                </c:pt>
                <c:pt idx="28">
                  <c:v>193</c:v>
                </c:pt>
                <c:pt idx="29">
                  <c:v>193</c:v>
                </c:pt>
                <c:pt idx="30">
                  <c:v>366</c:v>
                </c:pt>
                <c:pt idx="31">
                  <c:v>366</c:v>
                </c:pt>
                <c:pt idx="32">
                  <c:v>366</c:v>
                </c:pt>
                <c:pt idx="33">
                  <c:v>366</c:v>
                </c:pt>
                <c:pt idx="34">
                  <c:v>366</c:v>
                </c:pt>
                <c:pt idx="35">
                  <c:v>366</c:v>
                </c:pt>
                <c:pt idx="36">
                  <c:v>366</c:v>
                </c:pt>
                <c:pt idx="37">
                  <c:v>366</c:v>
                </c:pt>
                <c:pt idx="38">
                  <c:v>366</c:v>
                </c:pt>
                <c:pt idx="39">
                  <c:v>366</c:v>
                </c:pt>
                <c:pt idx="40">
                  <c:v>366</c:v>
                </c:pt>
                <c:pt idx="41">
                  <c:v>366</c:v>
                </c:pt>
                <c:pt idx="42">
                  <c:v>366</c:v>
                </c:pt>
                <c:pt idx="43">
                  <c:v>366</c:v>
                </c:pt>
                <c:pt idx="44">
                  <c:v>366</c:v>
                </c:pt>
                <c:pt idx="45">
                  <c:v>366</c:v>
                </c:pt>
                <c:pt idx="46">
                  <c:v>366</c:v>
                </c:pt>
                <c:pt idx="47">
                  <c:v>366</c:v>
                </c:pt>
                <c:pt idx="48">
                  <c:v>366</c:v>
                </c:pt>
                <c:pt idx="49">
                  <c:v>366</c:v>
                </c:pt>
                <c:pt idx="50">
                  <c:v>366</c:v>
                </c:pt>
                <c:pt idx="51">
                  <c:v>366</c:v>
                </c:pt>
                <c:pt idx="52">
                  <c:v>366</c:v>
                </c:pt>
                <c:pt idx="53">
                  <c:v>366</c:v>
                </c:pt>
                <c:pt idx="54">
                  <c:v>366</c:v>
                </c:pt>
                <c:pt idx="55">
                  <c:v>366</c:v>
                </c:pt>
                <c:pt idx="56">
                  <c:v>366</c:v>
                </c:pt>
                <c:pt idx="57">
                  <c:v>366</c:v>
                </c:pt>
                <c:pt idx="58">
                  <c:v>366</c:v>
                </c:pt>
                <c:pt idx="59">
                  <c:v>366</c:v>
                </c:pt>
                <c:pt idx="60">
                  <c:v>366</c:v>
                </c:pt>
                <c:pt idx="61">
                  <c:v>378</c:v>
                </c:pt>
                <c:pt idx="62">
                  <c:v>378</c:v>
                </c:pt>
                <c:pt idx="63">
                  <c:v>378</c:v>
                </c:pt>
                <c:pt idx="64">
                  <c:v>378</c:v>
                </c:pt>
                <c:pt idx="65">
                  <c:v>378</c:v>
                </c:pt>
                <c:pt idx="66">
                  <c:v>378</c:v>
                </c:pt>
                <c:pt idx="67">
                  <c:v>378</c:v>
                </c:pt>
                <c:pt idx="68">
                  <c:v>378</c:v>
                </c:pt>
                <c:pt idx="69">
                  <c:v>378</c:v>
                </c:pt>
                <c:pt idx="70">
                  <c:v>378</c:v>
                </c:pt>
                <c:pt idx="71">
                  <c:v>378</c:v>
                </c:pt>
                <c:pt idx="72">
                  <c:v>378</c:v>
                </c:pt>
                <c:pt idx="73">
                  <c:v>378</c:v>
                </c:pt>
                <c:pt idx="74">
                  <c:v>378</c:v>
                </c:pt>
                <c:pt idx="75">
                  <c:v>378</c:v>
                </c:pt>
                <c:pt idx="76">
                  <c:v>378</c:v>
                </c:pt>
                <c:pt idx="77">
                  <c:v>378</c:v>
                </c:pt>
                <c:pt idx="78">
                  <c:v>378</c:v>
                </c:pt>
                <c:pt idx="79">
                  <c:v>378</c:v>
                </c:pt>
                <c:pt idx="80">
                  <c:v>378</c:v>
                </c:pt>
                <c:pt idx="81">
                  <c:v>378</c:v>
                </c:pt>
                <c:pt idx="82">
                  <c:v>378</c:v>
                </c:pt>
                <c:pt idx="83">
                  <c:v>378</c:v>
                </c:pt>
                <c:pt idx="84">
                  <c:v>378</c:v>
                </c:pt>
                <c:pt idx="85">
                  <c:v>378</c:v>
                </c:pt>
                <c:pt idx="86">
                  <c:v>378</c:v>
                </c:pt>
                <c:pt idx="87">
                  <c:v>378</c:v>
                </c:pt>
                <c:pt idx="88">
                  <c:v>378</c:v>
                </c:pt>
                <c:pt idx="89">
                  <c:v>378</c:v>
                </c:pt>
                <c:pt idx="90">
                  <c:v>378</c:v>
                </c:pt>
                <c:pt idx="91">
                  <c:v>393</c:v>
                </c:pt>
                <c:pt idx="92">
                  <c:v>393</c:v>
                </c:pt>
                <c:pt idx="93">
                  <c:v>393</c:v>
                </c:pt>
                <c:pt idx="94">
                  <c:v>393</c:v>
                </c:pt>
                <c:pt idx="95">
                  <c:v>393</c:v>
                </c:pt>
                <c:pt idx="96">
                  <c:v>393</c:v>
                </c:pt>
                <c:pt idx="97">
                  <c:v>393</c:v>
                </c:pt>
                <c:pt idx="98">
                  <c:v>393</c:v>
                </c:pt>
                <c:pt idx="99">
                  <c:v>393</c:v>
                </c:pt>
                <c:pt idx="100">
                  <c:v>393</c:v>
                </c:pt>
                <c:pt idx="101">
                  <c:v>393</c:v>
                </c:pt>
                <c:pt idx="102">
                  <c:v>393</c:v>
                </c:pt>
                <c:pt idx="103">
                  <c:v>393</c:v>
                </c:pt>
                <c:pt idx="104">
                  <c:v>393</c:v>
                </c:pt>
                <c:pt idx="105">
                  <c:v>393</c:v>
                </c:pt>
                <c:pt idx="106">
                  <c:v>393</c:v>
                </c:pt>
                <c:pt idx="107">
                  <c:v>393</c:v>
                </c:pt>
                <c:pt idx="108">
                  <c:v>393</c:v>
                </c:pt>
                <c:pt idx="109">
                  <c:v>393</c:v>
                </c:pt>
                <c:pt idx="110">
                  <c:v>393</c:v>
                </c:pt>
                <c:pt idx="111">
                  <c:v>393</c:v>
                </c:pt>
                <c:pt idx="112">
                  <c:v>393</c:v>
                </c:pt>
                <c:pt idx="113">
                  <c:v>393</c:v>
                </c:pt>
                <c:pt idx="114">
                  <c:v>393</c:v>
                </c:pt>
                <c:pt idx="115">
                  <c:v>393</c:v>
                </c:pt>
                <c:pt idx="116">
                  <c:v>393</c:v>
                </c:pt>
                <c:pt idx="117">
                  <c:v>393</c:v>
                </c:pt>
                <c:pt idx="118">
                  <c:v>393</c:v>
                </c:pt>
                <c:pt idx="119">
                  <c:v>393</c:v>
                </c:pt>
                <c:pt idx="120">
                  <c:v>393</c:v>
                </c:pt>
                <c:pt idx="121">
                  <c:v>393</c:v>
                </c:pt>
                <c:pt idx="122">
                  <c:v>426</c:v>
                </c:pt>
                <c:pt idx="123">
                  <c:v>426</c:v>
                </c:pt>
                <c:pt idx="124">
                  <c:v>426</c:v>
                </c:pt>
                <c:pt idx="125">
                  <c:v>426</c:v>
                </c:pt>
                <c:pt idx="126">
                  <c:v>426</c:v>
                </c:pt>
                <c:pt idx="127">
                  <c:v>426</c:v>
                </c:pt>
                <c:pt idx="128">
                  <c:v>426</c:v>
                </c:pt>
                <c:pt idx="129">
                  <c:v>426</c:v>
                </c:pt>
                <c:pt idx="130">
                  <c:v>426</c:v>
                </c:pt>
                <c:pt idx="131">
                  <c:v>426</c:v>
                </c:pt>
                <c:pt idx="132">
                  <c:v>426</c:v>
                </c:pt>
                <c:pt idx="133">
                  <c:v>426</c:v>
                </c:pt>
                <c:pt idx="134">
                  <c:v>426</c:v>
                </c:pt>
                <c:pt idx="135">
                  <c:v>426</c:v>
                </c:pt>
                <c:pt idx="136">
                  <c:v>426</c:v>
                </c:pt>
                <c:pt idx="137">
                  <c:v>426</c:v>
                </c:pt>
                <c:pt idx="138">
                  <c:v>426</c:v>
                </c:pt>
                <c:pt idx="139">
                  <c:v>426</c:v>
                </c:pt>
                <c:pt idx="140">
                  <c:v>426</c:v>
                </c:pt>
                <c:pt idx="141">
                  <c:v>426</c:v>
                </c:pt>
                <c:pt idx="142">
                  <c:v>426</c:v>
                </c:pt>
                <c:pt idx="143">
                  <c:v>426</c:v>
                </c:pt>
                <c:pt idx="144">
                  <c:v>426</c:v>
                </c:pt>
                <c:pt idx="145">
                  <c:v>426</c:v>
                </c:pt>
                <c:pt idx="146">
                  <c:v>426</c:v>
                </c:pt>
                <c:pt idx="147">
                  <c:v>426</c:v>
                </c:pt>
                <c:pt idx="148">
                  <c:v>426</c:v>
                </c:pt>
                <c:pt idx="149">
                  <c:v>426</c:v>
                </c:pt>
                <c:pt idx="150">
                  <c:v>426</c:v>
                </c:pt>
                <c:pt idx="151">
                  <c:v>426</c:v>
                </c:pt>
                <c:pt idx="152">
                  <c:v>390</c:v>
                </c:pt>
                <c:pt idx="153">
                  <c:v>390</c:v>
                </c:pt>
                <c:pt idx="154">
                  <c:v>390</c:v>
                </c:pt>
                <c:pt idx="155">
                  <c:v>390</c:v>
                </c:pt>
                <c:pt idx="156">
                  <c:v>390</c:v>
                </c:pt>
                <c:pt idx="157">
                  <c:v>390</c:v>
                </c:pt>
                <c:pt idx="158">
                  <c:v>390</c:v>
                </c:pt>
                <c:pt idx="159">
                  <c:v>390</c:v>
                </c:pt>
                <c:pt idx="160">
                  <c:v>390</c:v>
                </c:pt>
                <c:pt idx="161">
                  <c:v>390</c:v>
                </c:pt>
                <c:pt idx="162">
                  <c:v>390</c:v>
                </c:pt>
                <c:pt idx="163">
                  <c:v>390</c:v>
                </c:pt>
                <c:pt idx="164">
                  <c:v>390</c:v>
                </c:pt>
                <c:pt idx="165">
                  <c:v>390</c:v>
                </c:pt>
                <c:pt idx="166">
                  <c:v>390</c:v>
                </c:pt>
                <c:pt idx="167">
                  <c:v>390</c:v>
                </c:pt>
                <c:pt idx="168">
                  <c:v>390</c:v>
                </c:pt>
                <c:pt idx="169">
                  <c:v>390</c:v>
                </c:pt>
                <c:pt idx="170">
                  <c:v>390</c:v>
                </c:pt>
                <c:pt idx="171">
                  <c:v>390</c:v>
                </c:pt>
                <c:pt idx="172">
                  <c:v>390</c:v>
                </c:pt>
                <c:pt idx="173">
                  <c:v>390</c:v>
                </c:pt>
                <c:pt idx="174">
                  <c:v>390</c:v>
                </c:pt>
                <c:pt idx="175">
                  <c:v>390</c:v>
                </c:pt>
                <c:pt idx="176">
                  <c:v>390</c:v>
                </c:pt>
                <c:pt idx="177">
                  <c:v>390</c:v>
                </c:pt>
                <c:pt idx="178">
                  <c:v>390</c:v>
                </c:pt>
                <c:pt idx="179">
                  <c:v>390</c:v>
                </c:pt>
                <c:pt idx="180">
                  <c:v>390</c:v>
                </c:pt>
                <c:pt idx="181">
                  <c:v>390</c:v>
                </c:pt>
                <c:pt idx="182">
                  <c:v>390</c:v>
                </c:pt>
                <c:pt idx="183">
                  <c:v>536</c:v>
                </c:pt>
                <c:pt idx="184">
                  <c:v>536</c:v>
                </c:pt>
                <c:pt idx="185">
                  <c:v>536</c:v>
                </c:pt>
                <c:pt idx="186">
                  <c:v>536</c:v>
                </c:pt>
                <c:pt idx="187">
                  <c:v>536</c:v>
                </c:pt>
                <c:pt idx="188">
                  <c:v>536</c:v>
                </c:pt>
                <c:pt idx="189">
                  <c:v>536</c:v>
                </c:pt>
                <c:pt idx="190">
                  <c:v>536</c:v>
                </c:pt>
                <c:pt idx="191">
                  <c:v>536</c:v>
                </c:pt>
                <c:pt idx="192">
                  <c:v>536</c:v>
                </c:pt>
                <c:pt idx="193">
                  <c:v>536</c:v>
                </c:pt>
                <c:pt idx="194">
                  <c:v>536</c:v>
                </c:pt>
                <c:pt idx="195">
                  <c:v>536</c:v>
                </c:pt>
                <c:pt idx="196">
                  <c:v>536</c:v>
                </c:pt>
                <c:pt idx="197">
                  <c:v>536</c:v>
                </c:pt>
                <c:pt idx="198">
                  <c:v>536</c:v>
                </c:pt>
                <c:pt idx="199">
                  <c:v>536</c:v>
                </c:pt>
                <c:pt idx="200">
                  <c:v>536</c:v>
                </c:pt>
                <c:pt idx="201">
                  <c:v>536</c:v>
                </c:pt>
                <c:pt idx="202">
                  <c:v>536</c:v>
                </c:pt>
                <c:pt idx="203">
                  <c:v>536</c:v>
                </c:pt>
                <c:pt idx="204">
                  <c:v>536</c:v>
                </c:pt>
                <c:pt idx="205">
                  <c:v>536</c:v>
                </c:pt>
                <c:pt idx="206">
                  <c:v>536</c:v>
                </c:pt>
                <c:pt idx="207">
                  <c:v>536</c:v>
                </c:pt>
                <c:pt idx="208">
                  <c:v>536</c:v>
                </c:pt>
                <c:pt idx="209">
                  <c:v>536</c:v>
                </c:pt>
                <c:pt idx="210">
                  <c:v>536</c:v>
                </c:pt>
                <c:pt idx="211">
                  <c:v>536</c:v>
                </c:pt>
                <c:pt idx="212">
                  <c:v>536</c:v>
                </c:pt>
                <c:pt idx="213">
                  <c:v>536</c:v>
                </c:pt>
                <c:pt idx="214">
                  <c:v>696</c:v>
                </c:pt>
                <c:pt idx="215">
                  <c:v>696</c:v>
                </c:pt>
                <c:pt idx="216">
                  <c:v>696</c:v>
                </c:pt>
                <c:pt idx="217">
                  <c:v>696</c:v>
                </c:pt>
                <c:pt idx="218">
                  <c:v>696</c:v>
                </c:pt>
                <c:pt idx="219">
                  <c:v>696</c:v>
                </c:pt>
                <c:pt idx="220">
                  <c:v>696</c:v>
                </c:pt>
                <c:pt idx="221">
                  <c:v>696</c:v>
                </c:pt>
                <c:pt idx="222">
                  <c:v>696</c:v>
                </c:pt>
                <c:pt idx="223">
                  <c:v>696</c:v>
                </c:pt>
                <c:pt idx="224">
                  <c:v>696</c:v>
                </c:pt>
                <c:pt idx="225">
                  <c:v>696</c:v>
                </c:pt>
                <c:pt idx="226">
                  <c:v>696</c:v>
                </c:pt>
                <c:pt idx="227">
                  <c:v>696</c:v>
                </c:pt>
                <c:pt idx="228">
                  <c:v>696</c:v>
                </c:pt>
                <c:pt idx="229">
                  <c:v>696</c:v>
                </c:pt>
                <c:pt idx="230">
                  <c:v>696</c:v>
                </c:pt>
                <c:pt idx="231">
                  <c:v>696</c:v>
                </c:pt>
                <c:pt idx="232">
                  <c:v>696</c:v>
                </c:pt>
                <c:pt idx="233">
                  <c:v>696</c:v>
                </c:pt>
                <c:pt idx="234">
                  <c:v>696</c:v>
                </c:pt>
                <c:pt idx="235">
                  <c:v>696</c:v>
                </c:pt>
                <c:pt idx="236">
                  <c:v>696</c:v>
                </c:pt>
                <c:pt idx="237">
                  <c:v>696</c:v>
                </c:pt>
                <c:pt idx="238">
                  <c:v>696</c:v>
                </c:pt>
                <c:pt idx="239">
                  <c:v>696</c:v>
                </c:pt>
                <c:pt idx="240">
                  <c:v>696</c:v>
                </c:pt>
                <c:pt idx="241">
                  <c:v>696</c:v>
                </c:pt>
                <c:pt idx="242">
                  <c:v>1544</c:v>
                </c:pt>
                <c:pt idx="243">
                  <c:v>1544</c:v>
                </c:pt>
                <c:pt idx="244">
                  <c:v>1544</c:v>
                </c:pt>
                <c:pt idx="245">
                  <c:v>1544</c:v>
                </c:pt>
                <c:pt idx="246">
                  <c:v>1544</c:v>
                </c:pt>
                <c:pt idx="247">
                  <c:v>1544</c:v>
                </c:pt>
                <c:pt idx="248">
                  <c:v>1544</c:v>
                </c:pt>
                <c:pt idx="249">
                  <c:v>1544</c:v>
                </c:pt>
                <c:pt idx="250">
                  <c:v>1544</c:v>
                </c:pt>
                <c:pt idx="251">
                  <c:v>1544</c:v>
                </c:pt>
                <c:pt idx="252">
                  <c:v>1544</c:v>
                </c:pt>
                <c:pt idx="253">
                  <c:v>1544</c:v>
                </c:pt>
                <c:pt idx="254">
                  <c:v>1544</c:v>
                </c:pt>
                <c:pt idx="255">
                  <c:v>1544</c:v>
                </c:pt>
                <c:pt idx="256">
                  <c:v>1544</c:v>
                </c:pt>
                <c:pt idx="257">
                  <c:v>1544</c:v>
                </c:pt>
                <c:pt idx="258">
                  <c:v>1544</c:v>
                </c:pt>
                <c:pt idx="259">
                  <c:v>1544</c:v>
                </c:pt>
                <c:pt idx="260">
                  <c:v>1544</c:v>
                </c:pt>
                <c:pt idx="261">
                  <c:v>1544</c:v>
                </c:pt>
                <c:pt idx="262">
                  <c:v>1544</c:v>
                </c:pt>
                <c:pt idx="263">
                  <c:v>1544</c:v>
                </c:pt>
                <c:pt idx="264">
                  <c:v>1544</c:v>
                </c:pt>
                <c:pt idx="265">
                  <c:v>1544</c:v>
                </c:pt>
                <c:pt idx="266">
                  <c:v>1544</c:v>
                </c:pt>
                <c:pt idx="267">
                  <c:v>1544</c:v>
                </c:pt>
                <c:pt idx="268">
                  <c:v>1544</c:v>
                </c:pt>
                <c:pt idx="269">
                  <c:v>1544</c:v>
                </c:pt>
                <c:pt idx="270">
                  <c:v>1544</c:v>
                </c:pt>
                <c:pt idx="271">
                  <c:v>1544</c:v>
                </c:pt>
                <c:pt idx="272">
                  <c:v>1544</c:v>
                </c:pt>
                <c:pt idx="273">
                  <c:v>1027</c:v>
                </c:pt>
                <c:pt idx="274">
                  <c:v>1027</c:v>
                </c:pt>
                <c:pt idx="275">
                  <c:v>1027</c:v>
                </c:pt>
                <c:pt idx="276">
                  <c:v>1027</c:v>
                </c:pt>
                <c:pt idx="277">
                  <c:v>1027</c:v>
                </c:pt>
                <c:pt idx="278">
                  <c:v>1027</c:v>
                </c:pt>
                <c:pt idx="279">
                  <c:v>1027</c:v>
                </c:pt>
                <c:pt idx="280">
                  <c:v>1027</c:v>
                </c:pt>
                <c:pt idx="281">
                  <c:v>1027</c:v>
                </c:pt>
                <c:pt idx="282">
                  <c:v>1027</c:v>
                </c:pt>
                <c:pt idx="283">
                  <c:v>1027</c:v>
                </c:pt>
                <c:pt idx="284">
                  <c:v>1027</c:v>
                </c:pt>
                <c:pt idx="285">
                  <c:v>1027</c:v>
                </c:pt>
                <c:pt idx="286">
                  <c:v>1027</c:v>
                </c:pt>
                <c:pt idx="287">
                  <c:v>1027</c:v>
                </c:pt>
                <c:pt idx="288">
                  <c:v>1027</c:v>
                </c:pt>
                <c:pt idx="289">
                  <c:v>1027</c:v>
                </c:pt>
                <c:pt idx="290">
                  <c:v>1027</c:v>
                </c:pt>
                <c:pt idx="291">
                  <c:v>1027</c:v>
                </c:pt>
                <c:pt idx="292">
                  <c:v>1027</c:v>
                </c:pt>
                <c:pt idx="293">
                  <c:v>1027</c:v>
                </c:pt>
                <c:pt idx="294">
                  <c:v>1027</c:v>
                </c:pt>
                <c:pt idx="295">
                  <c:v>1027</c:v>
                </c:pt>
                <c:pt idx="296">
                  <c:v>1027</c:v>
                </c:pt>
                <c:pt idx="297">
                  <c:v>1027</c:v>
                </c:pt>
                <c:pt idx="298">
                  <c:v>1027</c:v>
                </c:pt>
                <c:pt idx="299">
                  <c:v>1027</c:v>
                </c:pt>
                <c:pt idx="300">
                  <c:v>1027</c:v>
                </c:pt>
                <c:pt idx="301">
                  <c:v>1027</c:v>
                </c:pt>
                <c:pt idx="302">
                  <c:v>1027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9B0D-4947-98AE-2DFC2AE1C92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47281759"/>
        <c:axId val="61776800"/>
      </c:lineChart>
      <c:dateAx>
        <c:axId val="247281759"/>
        <c:scaling>
          <c:orientation val="minMax"/>
        </c:scaling>
        <c:delete val="0"/>
        <c:axPos val="b"/>
        <c:numFmt formatCode="m/d/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61776800"/>
        <c:crosses val="autoZero"/>
        <c:auto val="1"/>
        <c:lblOffset val="100"/>
        <c:baseTimeUnit val="days"/>
      </c:dateAx>
      <c:valAx>
        <c:axId val="617768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24728175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Sticky</a:t>
            </a:r>
            <a:r>
              <a:rPr lang="en-US" baseline="0"/>
              <a:t> Factor</a:t>
            </a:r>
            <a:endParaRPr lang="ru-RU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'Результат запроса'!$G$1</c:f>
              <c:strCache>
                <c:ptCount val="1"/>
                <c:pt idx="0">
                  <c:v>SFW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'Результат запроса'!$A$4:$A$304</c:f>
              <c:numCache>
                <c:formatCode>m/d/yy</c:formatCode>
                <c:ptCount val="301"/>
                <c:pt idx="0">
                  <c:v>44746</c:v>
                </c:pt>
                <c:pt idx="1">
                  <c:v>44747</c:v>
                </c:pt>
                <c:pt idx="2">
                  <c:v>44748</c:v>
                </c:pt>
                <c:pt idx="3">
                  <c:v>44749</c:v>
                </c:pt>
                <c:pt idx="4">
                  <c:v>44750</c:v>
                </c:pt>
                <c:pt idx="5">
                  <c:v>44751</c:v>
                </c:pt>
                <c:pt idx="6">
                  <c:v>44752</c:v>
                </c:pt>
                <c:pt idx="7">
                  <c:v>44753</c:v>
                </c:pt>
                <c:pt idx="8">
                  <c:v>44754</c:v>
                </c:pt>
                <c:pt idx="9">
                  <c:v>44755</c:v>
                </c:pt>
                <c:pt idx="10">
                  <c:v>44756</c:v>
                </c:pt>
                <c:pt idx="11">
                  <c:v>44757</c:v>
                </c:pt>
                <c:pt idx="12">
                  <c:v>44758</c:v>
                </c:pt>
                <c:pt idx="13">
                  <c:v>44759</c:v>
                </c:pt>
                <c:pt idx="14">
                  <c:v>44760</c:v>
                </c:pt>
                <c:pt idx="15">
                  <c:v>44761</c:v>
                </c:pt>
                <c:pt idx="16">
                  <c:v>44762</c:v>
                </c:pt>
                <c:pt idx="17">
                  <c:v>44763</c:v>
                </c:pt>
                <c:pt idx="18">
                  <c:v>44764</c:v>
                </c:pt>
                <c:pt idx="19">
                  <c:v>44765</c:v>
                </c:pt>
                <c:pt idx="20">
                  <c:v>44766</c:v>
                </c:pt>
                <c:pt idx="21">
                  <c:v>44767</c:v>
                </c:pt>
                <c:pt idx="22">
                  <c:v>44768</c:v>
                </c:pt>
                <c:pt idx="23">
                  <c:v>44769</c:v>
                </c:pt>
                <c:pt idx="24">
                  <c:v>44770</c:v>
                </c:pt>
                <c:pt idx="25">
                  <c:v>44771</c:v>
                </c:pt>
                <c:pt idx="26">
                  <c:v>44772</c:v>
                </c:pt>
                <c:pt idx="27">
                  <c:v>44773</c:v>
                </c:pt>
                <c:pt idx="28">
                  <c:v>44774</c:v>
                </c:pt>
                <c:pt idx="29">
                  <c:v>44775</c:v>
                </c:pt>
                <c:pt idx="30">
                  <c:v>44776</c:v>
                </c:pt>
                <c:pt idx="31">
                  <c:v>44777</c:v>
                </c:pt>
                <c:pt idx="32">
                  <c:v>44778</c:v>
                </c:pt>
                <c:pt idx="33">
                  <c:v>44779</c:v>
                </c:pt>
                <c:pt idx="34">
                  <c:v>44780</c:v>
                </c:pt>
                <c:pt idx="35">
                  <c:v>44781</c:v>
                </c:pt>
                <c:pt idx="36">
                  <c:v>44782</c:v>
                </c:pt>
                <c:pt idx="37">
                  <c:v>44783</c:v>
                </c:pt>
                <c:pt idx="38">
                  <c:v>44784</c:v>
                </c:pt>
                <c:pt idx="39">
                  <c:v>44785</c:v>
                </c:pt>
                <c:pt idx="40">
                  <c:v>44786</c:v>
                </c:pt>
                <c:pt idx="41">
                  <c:v>44787</c:v>
                </c:pt>
                <c:pt idx="42">
                  <c:v>44788</c:v>
                </c:pt>
                <c:pt idx="43">
                  <c:v>44789</c:v>
                </c:pt>
                <c:pt idx="44">
                  <c:v>44790</c:v>
                </c:pt>
                <c:pt idx="45">
                  <c:v>44791</c:v>
                </c:pt>
                <c:pt idx="46">
                  <c:v>44792</c:v>
                </c:pt>
                <c:pt idx="47">
                  <c:v>44793</c:v>
                </c:pt>
                <c:pt idx="48">
                  <c:v>44794</c:v>
                </c:pt>
                <c:pt idx="49">
                  <c:v>44795</c:v>
                </c:pt>
                <c:pt idx="50">
                  <c:v>44796</c:v>
                </c:pt>
                <c:pt idx="51">
                  <c:v>44797</c:v>
                </c:pt>
                <c:pt idx="52">
                  <c:v>44798</c:v>
                </c:pt>
                <c:pt idx="53">
                  <c:v>44799</c:v>
                </c:pt>
                <c:pt idx="54">
                  <c:v>44800</c:v>
                </c:pt>
                <c:pt idx="55">
                  <c:v>44801</c:v>
                </c:pt>
                <c:pt idx="56">
                  <c:v>44802</c:v>
                </c:pt>
                <c:pt idx="57">
                  <c:v>44803</c:v>
                </c:pt>
                <c:pt idx="58">
                  <c:v>44804</c:v>
                </c:pt>
                <c:pt idx="59">
                  <c:v>44805</c:v>
                </c:pt>
                <c:pt idx="60">
                  <c:v>44806</c:v>
                </c:pt>
                <c:pt idx="61">
                  <c:v>44807</c:v>
                </c:pt>
                <c:pt idx="62">
                  <c:v>44808</c:v>
                </c:pt>
                <c:pt idx="63">
                  <c:v>44809</c:v>
                </c:pt>
                <c:pt idx="64">
                  <c:v>44810</c:v>
                </c:pt>
                <c:pt idx="65">
                  <c:v>44811</c:v>
                </c:pt>
                <c:pt idx="66">
                  <c:v>44812</c:v>
                </c:pt>
                <c:pt idx="67">
                  <c:v>44813</c:v>
                </c:pt>
                <c:pt idx="68">
                  <c:v>44814</c:v>
                </c:pt>
                <c:pt idx="69">
                  <c:v>44815</c:v>
                </c:pt>
                <c:pt idx="70">
                  <c:v>44816</c:v>
                </c:pt>
                <c:pt idx="71">
                  <c:v>44817</c:v>
                </c:pt>
                <c:pt idx="72">
                  <c:v>44818</c:v>
                </c:pt>
                <c:pt idx="73">
                  <c:v>44819</c:v>
                </c:pt>
                <c:pt idx="74">
                  <c:v>44820</c:v>
                </c:pt>
                <c:pt idx="75">
                  <c:v>44821</c:v>
                </c:pt>
                <c:pt idx="76">
                  <c:v>44822</c:v>
                </c:pt>
                <c:pt idx="77">
                  <c:v>44823</c:v>
                </c:pt>
                <c:pt idx="78">
                  <c:v>44824</c:v>
                </c:pt>
                <c:pt idx="79">
                  <c:v>44825</c:v>
                </c:pt>
                <c:pt idx="80">
                  <c:v>44826</c:v>
                </c:pt>
                <c:pt idx="81">
                  <c:v>44827</c:v>
                </c:pt>
                <c:pt idx="82">
                  <c:v>44828</c:v>
                </c:pt>
                <c:pt idx="83">
                  <c:v>44829</c:v>
                </c:pt>
                <c:pt idx="84">
                  <c:v>44830</c:v>
                </c:pt>
                <c:pt idx="85">
                  <c:v>44831</c:v>
                </c:pt>
                <c:pt idx="86">
                  <c:v>44832</c:v>
                </c:pt>
                <c:pt idx="87">
                  <c:v>44833</c:v>
                </c:pt>
                <c:pt idx="88">
                  <c:v>44834</c:v>
                </c:pt>
                <c:pt idx="89">
                  <c:v>44835</c:v>
                </c:pt>
                <c:pt idx="90">
                  <c:v>44836</c:v>
                </c:pt>
                <c:pt idx="91">
                  <c:v>44837</c:v>
                </c:pt>
                <c:pt idx="92">
                  <c:v>44838</c:v>
                </c:pt>
                <c:pt idx="93">
                  <c:v>44839</c:v>
                </c:pt>
                <c:pt idx="94">
                  <c:v>44840</c:v>
                </c:pt>
                <c:pt idx="95">
                  <c:v>44841</c:v>
                </c:pt>
                <c:pt idx="96">
                  <c:v>44842</c:v>
                </c:pt>
                <c:pt idx="97">
                  <c:v>44843</c:v>
                </c:pt>
                <c:pt idx="98">
                  <c:v>44844</c:v>
                </c:pt>
                <c:pt idx="99">
                  <c:v>44845</c:v>
                </c:pt>
                <c:pt idx="100">
                  <c:v>44846</c:v>
                </c:pt>
                <c:pt idx="101">
                  <c:v>44847</c:v>
                </c:pt>
                <c:pt idx="102">
                  <c:v>44848</c:v>
                </c:pt>
                <c:pt idx="103">
                  <c:v>44849</c:v>
                </c:pt>
                <c:pt idx="104">
                  <c:v>44850</c:v>
                </c:pt>
                <c:pt idx="105">
                  <c:v>44851</c:v>
                </c:pt>
                <c:pt idx="106">
                  <c:v>44852</c:v>
                </c:pt>
                <c:pt idx="107">
                  <c:v>44853</c:v>
                </c:pt>
                <c:pt idx="108">
                  <c:v>44854</c:v>
                </c:pt>
                <c:pt idx="109">
                  <c:v>44855</c:v>
                </c:pt>
                <c:pt idx="110">
                  <c:v>44856</c:v>
                </c:pt>
                <c:pt idx="111">
                  <c:v>44857</c:v>
                </c:pt>
                <c:pt idx="112">
                  <c:v>44858</c:v>
                </c:pt>
                <c:pt idx="113">
                  <c:v>44859</c:v>
                </c:pt>
                <c:pt idx="114">
                  <c:v>44860</c:v>
                </c:pt>
                <c:pt idx="115">
                  <c:v>44861</c:v>
                </c:pt>
                <c:pt idx="116">
                  <c:v>44862</c:v>
                </c:pt>
                <c:pt idx="117">
                  <c:v>44863</c:v>
                </c:pt>
                <c:pt idx="118">
                  <c:v>44864</c:v>
                </c:pt>
                <c:pt idx="119">
                  <c:v>44865</c:v>
                </c:pt>
                <c:pt idx="120">
                  <c:v>44866</c:v>
                </c:pt>
                <c:pt idx="121">
                  <c:v>44867</c:v>
                </c:pt>
                <c:pt idx="122">
                  <c:v>44868</c:v>
                </c:pt>
                <c:pt idx="123">
                  <c:v>44869</c:v>
                </c:pt>
                <c:pt idx="124">
                  <c:v>44870</c:v>
                </c:pt>
                <c:pt idx="125">
                  <c:v>44871</c:v>
                </c:pt>
                <c:pt idx="126">
                  <c:v>44872</c:v>
                </c:pt>
                <c:pt idx="127">
                  <c:v>44873</c:v>
                </c:pt>
                <c:pt idx="128">
                  <c:v>44874</c:v>
                </c:pt>
                <c:pt idx="129">
                  <c:v>44875</c:v>
                </c:pt>
                <c:pt idx="130">
                  <c:v>44876</c:v>
                </c:pt>
                <c:pt idx="131">
                  <c:v>44877</c:v>
                </c:pt>
                <c:pt idx="132">
                  <c:v>44878</c:v>
                </c:pt>
                <c:pt idx="133">
                  <c:v>44879</c:v>
                </c:pt>
                <c:pt idx="134">
                  <c:v>44880</c:v>
                </c:pt>
                <c:pt idx="135">
                  <c:v>44881</c:v>
                </c:pt>
                <c:pt idx="136">
                  <c:v>44882</c:v>
                </c:pt>
                <c:pt idx="137">
                  <c:v>44883</c:v>
                </c:pt>
                <c:pt idx="138">
                  <c:v>44884</c:v>
                </c:pt>
                <c:pt idx="139">
                  <c:v>44885</c:v>
                </c:pt>
                <c:pt idx="140">
                  <c:v>44886</c:v>
                </c:pt>
                <c:pt idx="141">
                  <c:v>44887</c:v>
                </c:pt>
                <c:pt idx="142">
                  <c:v>44888</c:v>
                </c:pt>
                <c:pt idx="143">
                  <c:v>44889</c:v>
                </c:pt>
                <c:pt idx="144">
                  <c:v>44890</c:v>
                </c:pt>
                <c:pt idx="145">
                  <c:v>44891</c:v>
                </c:pt>
                <c:pt idx="146">
                  <c:v>44892</c:v>
                </c:pt>
                <c:pt idx="147">
                  <c:v>44893</c:v>
                </c:pt>
                <c:pt idx="148">
                  <c:v>44894</c:v>
                </c:pt>
                <c:pt idx="149">
                  <c:v>44895</c:v>
                </c:pt>
                <c:pt idx="150">
                  <c:v>44896</c:v>
                </c:pt>
                <c:pt idx="151">
                  <c:v>44897</c:v>
                </c:pt>
                <c:pt idx="152">
                  <c:v>44898</c:v>
                </c:pt>
                <c:pt idx="153">
                  <c:v>44899</c:v>
                </c:pt>
                <c:pt idx="154">
                  <c:v>44900</c:v>
                </c:pt>
                <c:pt idx="155">
                  <c:v>44901</c:v>
                </c:pt>
                <c:pt idx="156">
                  <c:v>44902</c:v>
                </c:pt>
                <c:pt idx="157">
                  <c:v>44903</c:v>
                </c:pt>
                <c:pt idx="158">
                  <c:v>44904</c:v>
                </c:pt>
                <c:pt idx="159">
                  <c:v>44905</c:v>
                </c:pt>
                <c:pt idx="160">
                  <c:v>44906</c:v>
                </c:pt>
                <c:pt idx="161">
                  <c:v>44907</c:v>
                </c:pt>
                <c:pt idx="162">
                  <c:v>44908</c:v>
                </c:pt>
                <c:pt idx="163">
                  <c:v>44909</c:v>
                </c:pt>
                <c:pt idx="164">
                  <c:v>44910</c:v>
                </c:pt>
                <c:pt idx="165">
                  <c:v>44911</c:v>
                </c:pt>
                <c:pt idx="166">
                  <c:v>44912</c:v>
                </c:pt>
                <c:pt idx="167">
                  <c:v>44913</c:v>
                </c:pt>
                <c:pt idx="168">
                  <c:v>44914</c:v>
                </c:pt>
                <c:pt idx="169">
                  <c:v>44915</c:v>
                </c:pt>
                <c:pt idx="170">
                  <c:v>44916</c:v>
                </c:pt>
                <c:pt idx="171">
                  <c:v>44917</c:v>
                </c:pt>
                <c:pt idx="172">
                  <c:v>44918</c:v>
                </c:pt>
                <c:pt idx="173">
                  <c:v>44919</c:v>
                </c:pt>
                <c:pt idx="174">
                  <c:v>44920</c:v>
                </c:pt>
                <c:pt idx="175">
                  <c:v>44921</c:v>
                </c:pt>
                <c:pt idx="176">
                  <c:v>44922</c:v>
                </c:pt>
                <c:pt idx="177">
                  <c:v>44923</c:v>
                </c:pt>
                <c:pt idx="178">
                  <c:v>44924</c:v>
                </c:pt>
                <c:pt idx="179">
                  <c:v>44925</c:v>
                </c:pt>
                <c:pt idx="180">
                  <c:v>44926</c:v>
                </c:pt>
                <c:pt idx="181">
                  <c:v>44927</c:v>
                </c:pt>
                <c:pt idx="182">
                  <c:v>44928</c:v>
                </c:pt>
                <c:pt idx="183">
                  <c:v>44929</c:v>
                </c:pt>
                <c:pt idx="184">
                  <c:v>44930</c:v>
                </c:pt>
                <c:pt idx="185">
                  <c:v>44931</c:v>
                </c:pt>
                <c:pt idx="186">
                  <c:v>44932</c:v>
                </c:pt>
                <c:pt idx="187">
                  <c:v>44933</c:v>
                </c:pt>
                <c:pt idx="188">
                  <c:v>44934</c:v>
                </c:pt>
                <c:pt idx="189">
                  <c:v>44935</c:v>
                </c:pt>
                <c:pt idx="190">
                  <c:v>44936</c:v>
                </c:pt>
                <c:pt idx="191">
                  <c:v>44937</c:v>
                </c:pt>
                <c:pt idx="192">
                  <c:v>44938</c:v>
                </c:pt>
                <c:pt idx="193">
                  <c:v>44939</c:v>
                </c:pt>
                <c:pt idx="194">
                  <c:v>44940</c:v>
                </c:pt>
                <c:pt idx="195">
                  <c:v>44941</c:v>
                </c:pt>
                <c:pt idx="196">
                  <c:v>44942</c:v>
                </c:pt>
                <c:pt idx="197">
                  <c:v>44943</c:v>
                </c:pt>
                <c:pt idx="198">
                  <c:v>44944</c:v>
                </c:pt>
                <c:pt idx="199">
                  <c:v>44945</c:v>
                </c:pt>
                <c:pt idx="200">
                  <c:v>44946</c:v>
                </c:pt>
                <c:pt idx="201">
                  <c:v>44947</c:v>
                </c:pt>
                <c:pt idx="202">
                  <c:v>44948</c:v>
                </c:pt>
                <c:pt idx="203">
                  <c:v>44949</c:v>
                </c:pt>
                <c:pt idx="204">
                  <c:v>44950</c:v>
                </c:pt>
                <c:pt idx="205">
                  <c:v>44951</c:v>
                </c:pt>
                <c:pt idx="206">
                  <c:v>44952</c:v>
                </c:pt>
                <c:pt idx="207">
                  <c:v>44953</c:v>
                </c:pt>
                <c:pt idx="208">
                  <c:v>44954</c:v>
                </c:pt>
                <c:pt idx="209">
                  <c:v>44955</c:v>
                </c:pt>
                <c:pt idx="210">
                  <c:v>44956</c:v>
                </c:pt>
                <c:pt idx="211">
                  <c:v>44957</c:v>
                </c:pt>
                <c:pt idx="212">
                  <c:v>44958</c:v>
                </c:pt>
                <c:pt idx="213">
                  <c:v>44959</c:v>
                </c:pt>
                <c:pt idx="214">
                  <c:v>44960</c:v>
                </c:pt>
                <c:pt idx="215">
                  <c:v>44961</c:v>
                </c:pt>
                <c:pt idx="216">
                  <c:v>44962</c:v>
                </c:pt>
                <c:pt idx="217">
                  <c:v>44963</c:v>
                </c:pt>
                <c:pt idx="218">
                  <c:v>44964</c:v>
                </c:pt>
                <c:pt idx="219">
                  <c:v>44965</c:v>
                </c:pt>
                <c:pt idx="220">
                  <c:v>44966</c:v>
                </c:pt>
                <c:pt idx="221">
                  <c:v>44967</c:v>
                </c:pt>
                <c:pt idx="222">
                  <c:v>44968</c:v>
                </c:pt>
                <c:pt idx="223">
                  <c:v>44969</c:v>
                </c:pt>
                <c:pt idx="224">
                  <c:v>44970</c:v>
                </c:pt>
                <c:pt idx="225">
                  <c:v>44971</c:v>
                </c:pt>
                <c:pt idx="226">
                  <c:v>44972</c:v>
                </c:pt>
                <c:pt idx="227">
                  <c:v>44973</c:v>
                </c:pt>
                <c:pt idx="228">
                  <c:v>44974</c:v>
                </c:pt>
                <c:pt idx="229">
                  <c:v>44975</c:v>
                </c:pt>
                <c:pt idx="230">
                  <c:v>44976</c:v>
                </c:pt>
                <c:pt idx="231">
                  <c:v>44977</c:v>
                </c:pt>
                <c:pt idx="232">
                  <c:v>44978</c:v>
                </c:pt>
                <c:pt idx="233">
                  <c:v>44979</c:v>
                </c:pt>
                <c:pt idx="234">
                  <c:v>44980</c:v>
                </c:pt>
                <c:pt idx="235">
                  <c:v>44981</c:v>
                </c:pt>
                <c:pt idx="236">
                  <c:v>44982</c:v>
                </c:pt>
                <c:pt idx="237">
                  <c:v>44983</c:v>
                </c:pt>
                <c:pt idx="238">
                  <c:v>44984</c:v>
                </c:pt>
                <c:pt idx="239">
                  <c:v>44985</c:v>
                </c:pt>
                <c:pt idx="240">
                  <c:v>44986</c:v>
                </c:pt>
                <c:pt idx="241">
                  <c:v>44987</c:v>
                </c:pt>
                <c:pt idx="242">
                  <c:v>44988</c:v>
                </c:pt>
                <c:pt idx="243">
                  <c:v>44989</c:v>
                </c:pt>
                <c:pt idx="244">
                  <c:v>44990</c:v>
                </c:pt>
                <c:pt idx="245">
                  <c:v>44991</c:v>
                </c:pt>
                <c:pt idx="246">
                  <c:v>44992</c:v>
                </c:pt>
                <c:pt idx="247">
                  <c:v>44993</c:v>
                </c:pt>
                <c:pt idx="248">
                  <c:v>44994</c:v>
                </c:pt>
                <c:pt idx="249">
                  <c:v>44995</c:v>
                </c:pt>
                <c:pt idx="250">
                  <c:v>44996</c:v>
                </c:pt>
                <c:pt idx="251">
                  <c:v>44997</c:v>
                </c:pt>
                <c:pt idx="252">
                  <c:v>44998</c:v>
                </c:pt>
                <c:pt idx="253">
                  <c:v>44999</c:v>
                </c:pt>
                <c:pt idx="254">
                  <c:v>45000</c:v>
                </c:pt>
                <c:pt idx="255">
                  <c:v>45001</c:v>
                </c:pt>
                <c:pt idx="256">
                  <c:v>45002</c:v>
                </c:pt>
                <c:pt idx="257">
                  <c:v>45003</c:v>
                </c:pt>
                <c:pt idx="258">
                  <c:v>45004</c:v>
                </c:pt>
                <c:pt idx="259">
                  <c:v>45005</c:v>
                </c:pt>
                <c:pt idx="260">
                  <c:v>45006</c:v>
                </c:pt>
                <c:pt idx="261">
                  <c:v>45007</c:v>
                </c:pt>
                <c:pt idx="262">
                  <c:v>45008</c:v>
                </c:pt>
                <c:pt idx="263">
                  <c:v>45009</c:v>
                </c:pt>
                <c:pt idx="264">
                  <c:v>45010</c:v>
                </c:pt>
                <c:pt idx="265">
                  <c:v>45011</c:v>
                </c:pt>
                <c:pt idx="266">
                  <c:v>45012</c:v>
                </c:pt>
                <c:pt idx="267">
                  <c:v>45013</c:v>
                </c:pt>
                <c:pt idx="268">
                  <c:v>45014</c:v>
                </c:pt>
                <c:pt idx="269">
                  <c:v>45015</c:v>
                </c:pt>
                <c:pt idx="270">
                  <c:v>45016</c:v>
                </c:pt>
                <c:pt idx="271">
                  <c:v>45017</c:v>
                </c:pt>
                <c:pt idx="272">
                  <c:v>45018</c:v>
                </c:pt>
                <c:pt idx="273">
                  <c:v>45019</c:v>
                </c:pt>
                <c:pt idx="274">
                  <c:v>45020</c:v>
                </c:pt>
                <c:pt idx="275">
                  <c:v>45021</c:v>
                </c:pt>
                <c:pt idx="276">
                  <c:v>45022</c:v>
                </c:pt>
                <c:pt idx="277">
                  <c:v>45023</c:v>
                </c:pt>
                <c:pt idx="278">
                  <c:v>45024</c:v>
                </c:pt>
                <c:pt idx="279">
                  <c:v>45025</c:v>
                </c:pt>
                <c:pt idx="280">
                  <c:v>45026</c:v>
                </c:pt>
                <c:pt idx="281">
                  <c:v>45027</c:v>
                </c:pt>
                <c:pt idx="282">
                  <c:v>45028</c:v>
                </c:pt>
                <c:pt idx="283">
                  <c:v>45029</c:v>
                </c:pt>
                <c:pt idx="284">
                  <c:v>45030</c:v>
                </c:pt>
                <c:pt idx="285">
                  <c:v>45031</c:v>
                </c:pt>
                <c:pt idx="286">
                  <c:v>45032</c:v>
                </c:pt>
                <c:pt idx="287">
                  <c:v>45033</c:v>
                </c:pt>
                <c:pt idx="288">
                  <c:v>45034</c:v>
                </c:pt>
                <c:pt idx="289">
                  <c:v>45035</c:v>
                </c:pt>
                <c:pt idx="290">
                  <c:v>45036</c:v>
                </c:pt>
                <c:pt idx="291">
                  <c:v>45037</c:v>
                </c:pt>
                <c:pt idx="292">
                  <c:v>45038</c:v>
                </c:pt>
                <c:pt idx="293">
                  <c:v>45039</c:v>
                </c:pt>
                <c:pt idx="294">
                  <c:v>45040</c:v>
                </c:pt>
                <c:pt idx="295">
                  <c:v>45041</c:v>
                </c:pt>
                <c:pt idx="296">
                  <c:v>45042</c:v>
                </c:pt>
                <c:pt idx="297">
                  <c:v>45043</c:v>
                </c:pt>
                <c:pt idx="298">
                  <c:v>45044</c:v>
                </c:pt>
                <c:pt idx="299">
                  <c:v>45045</c:v>
                </c:pt>
                <c:pt idx="300">
                  <c:v>45046</c:v>
                </c:pt>
              </c:numCache>
            </c:numRef>
          </c:cat>
          <c:val>
            <c:numRef>
              <c:f>'Результат запроса'!$G$4:$G$304</c:f>
              <c:numCache>
                <c:formatCode>General</c:formatCode>
                <c:ptCount val="301"/>
                <c:pt idx="0">
                  <c:v>8.4745762711864403E-2</c:v>
                </c:pt>
                <c:pt idx="1">
                  <c:v>0.16949152542372881</c:v>
                </c:pt>
                <c:pt idx="2">
                  <c:v>8.4745762711864403E-2</c:v>
                </c:pt>
                <c:pt idx="3">
                  <c:v>0.22033898305084745</c:v>
                </c:pt>
                <c:pt idx="4">
                  <c:v>0.3728813559322034</c:v>
                </c:pt>
                <c:pt idx="5">
                  <c:v>0.3728813559322034</c:v>
                </c:pt>
                <c:pt idx="6">
                  <c:v>0.44067796610169491</c:v>
                </c:pt>
                <c:pt idx="7">
                  <c:v>0.25</c:v>
                </c:pt>
                <c:pt idx="8">
                  <c:v>0.2608695652173913</c:v>
                </c:pt>
                <c:pt idx="9">
                  <c:v>0.32608695652173914</c:v>
                </c:pt>
                <c:pt idx="10">
                  <c:v>0.34782608695652173</c:v>
                </c:pt>
                <c:pt idx="11">
                  <c:v>0.27173913043478259</c:v>
                </c:pt>
                <c:pt idx="12">
                  <c:v>0.36956521739130432</c:v>
                </c:pt>
                <c:pt idx="13">
                  <c:v>0.42391304347826086</c:v>
                </c:pt>
                <c:pt idx="14">
                  <c:v>0.16541353383458646</c:v>
                </c:pt>
                <c:pt idx="15">
                  <c:v>0.2857142857142857</c:v>
                </c:pt>
                <c:pt idx="16">
                  <c:v>0.25563909774436089</c:v>
                </c:pt>
                <c:pt idx="17">
                  <c:v>0.37593984962406013</c:v>
                </c:pt>
                <c:pt idx="18">
                  <c:v>0.32330827067669171</c:v>
                </c:pt>
                <c:pt idx="19">
                  <c:v>0.32330827067669171</c:v>
                </c:pt>
                <c:pt idx="20">
                  <c:v>0.39849624060150374</c:v>
                </c:pt>
                <c:pt idx="21">
                  <c:v>0.34426229508196721</c:v>
                </c:pt>
                <c:pt idx="22">
                  <c:v>0.26229508196721313</c:v>
                </c:pt>
                <c:pt idx="23">
                  <c:v>0.32240437158469948</c:v>
                </c:pt>
                <c:pt idx="24">
                  <c:v>0.32240437158469948</c:v>
                </c:pt>
                <c:pt idx="25">
                  <c:v>0.33333333333333331</c:v>
                </c:pt>
                <c:pt idx="26">
                  <c:v>0.34972677595628415</c:v>
                </c:pt>
                <c:pt idx="27">
                  <c:v>0.34972677595628415</c:v>
                </c:pt>
                <c:pt idx="28">
                  <c:v>0.25742574257425743</c:v>
                </c:pt>
                <c:pt idx="29">
                  <c:v>0.30693069306930693</c:v>
                </c:pt>
                <c:pt idx="30">
                  <c:v>0.2722772277227723</c:v>
                </c:pt>
                <c:pt idx="31">
                  <c:v>0.29702970297029702</c:v>
                </c:pt>
                <c:pt idx="32">
                  <c:v>0.25742574257425743</c:v>
                </c:pt>
                <c:pt idx="33">
                  <c:v>0.30693069306930693</c:v>
                </c:pt>
                <c:pt idx="34">
                  <c:v>0.29207920792079206</c:v>
                </c:pt>
                <c:pt idx="35">
                  <c:v>0.30051813471502592</c:v>
                </c:pt>
                <c:pt idx="36">
                  <c:v>0.27461139896373055</c:v>
                </c:pt>
                <c:pt idx="37">
                  <c:v>0.28497409326424872</c:v>
                </c:pt>
                <c:pt idx="38">
                  <c:v>0.33678756476683935</c:v>
                </c:pt>
                <c:pt idx="39">
                  <c:v>0.27979274611398963</c:v>
                </c:pt>
                <c:pt idx="40">
                  <c:v>0.38341968911917096</c:v>
                </c:pt>
                <c:pt idx="41">
                  <c:v>0.30569948186528495</c:v>
                </c:pt>
                <c:pt idx="42">
                  <c:v>0.26865671641791045</c:v>
                </c:pt>
                <c:pt idx="43">
                  <c:v>0.3383084577114428</c:v>
                </c:pt>
                <c:pt idx="44">
                  <c:v>0.29353233830845771</c:v>
                </c:pt>
                <c:pt idx="45">
                  <c:v>0.30348258706467662</c:v>
                </c:pt>
                <c:pt idx="46">
                  <c:v>0.28855721393034828</c:v>
                </c:pt>
                <c:pt idx="47">
                  <c:v>0.33333333333333331</c:v>
                </c:pt>
                <c:pt idx="48">
                  <c:v>0.30845771144278605</c:v>
                </c:pt>
                <c:pt idx="49">
                  <c:v>0.25728155339805825</c:v>
                </c:pt>
                <c:pt idx="50">
                  <c:v>0.29126213592233008</c:v>
                </c:pt>
                <c:pt idx="51">
                  <c:v>0.32524271844660196</c:v>
                </c:pt>
                <c:pt idx="52">
                  <c:v>0.32524271844660196</c:v>
                </c:pt>
                <c:pt idx="53">
                  <c:v>0.29611650485436891</c:v>
                </c:pt>
                <c:pt idx="54">
                  <c:v>0.30582524271844658</c:v>
                </c:pt>
                <c:pt idx="55">
                  <c:v>0.29611650485436891</c:v>
                </c:pt>
                <c:pt idx="56">
                  <c:v>0.28125</c:v>
                </c:pt>
                <c:pt idx="57">
                  <c:v>0.375</c:v>
                </c:pt>
                <c:pt idx="58">
                  <c:v>0.28125</c:v>
                </c:pt>
                <c:pt idx="59">
                  <c:v>0.34375</c:v>
                </c:pt>
                <c:pt idx="60">
                  <c:v>0.31770833333333331</c:v>
                </c:pt>
                <c:pt idx="61">
                  <c:v>0.30208333333333331</c:v>
                </c:pt>
                <c:pt idx="62">
                  <c:v>0.33333333333333331</c:v>
                </c:pt>
                <c:pt idx="63">
                  <c:v>0.31632653061224492</c:v>
                </c:pt>
                <c:pt idx="64">
                  <c:v>0.23469387755102042</c:v>
                </c:pt>
                <c:pt idx="65">
                  <c:v>0.25</c:v>
                </c:pt>
                <c:pt idx="66">
                  <c:v>0.30102040816326531</c:v>
                </c:pt>
                <c:pt idx="67">
                  <c:v>0.30612244897959184</c:v>
                </c:pt>
                <c:pt idx="68">
                  <c:v>0.27040816326530615</c:v>
                </c:pt>
                <c:pt idx="69">
                  <c:v>0.31122448979591838</c:v>
                </c:pt>
                <c:pt idx="70">
                  <c:v>0.28292682926829266</c:v>
                </c:pt>
                <c:pt idx="71">
                  <c:v>0.31219512195121951</c:v>
                </c:pt>
                <c:pt idx="72">
                  <c:v>0.31707317073170732</c:v>
                </c:pt>
                <c:pt idx="73">
                  <c:v>0.36097560975609755</c:v>
                </c:pt>
                <c:pt idx="74">
                  <c:v>0.28292682926829266</c:v>
                </c:pt>
                <c:pt idx="75">
                  <c:v>0.30243902439024389</c:v>
                </c:pt>
                <c:pt idx="76">
                  <c:v>0.33658536585365856</c:v>
                </c:pt>
                <c:pt idx="77">
                  <c:v>0.30985915492957744</c:v>
                </c:pt>
                <c:pt idx="78">
                  <c:v>0.31455399061032863</c:v>
                </c:pt>
                <c:pt idx="79">
                  <c:v>0.33333333333333331</c:v>
                </c:pt>
                <c:pt idx="80">
                  <c:v>0.31455399061032863</c:v>
                </c:pt>
                <c:pt idx="81">
                  <c:v>0.25821596244131456</c:v>
                </c:pt>
                <c:pt idx="82">
                  <c:v>0.27230046948356806</c:v>
                </c:pt>
                <c:pt idx="83">
                  <c:v>0.34272300469483569</c:v>
                </c:pt>
                <c:pt idx="84">
                  <c:v>0.27884615384615385</c:v>
                </c:pt>
                <c:pt idx="85">
                  <c:v>0.36538461538461536</c:v>
                </c:pt>
                <c:pt idx="86">
                  <c:v>0.29807692307692307</c:v>
                </c:pt>
                <c:pt idx="87">
                  <c:v>0.31730769230769229</c:v>
                </c:pt>
                <c:pt idx="88">
                  <c:v>0.28365384615384615</c:v>
                </c:pt>
                <c:pt idx="89">
                  <c:v>0.29326923076923078</c:v>
                </c:pt>
                <c:pt idx="90">
                  <c:v>0.25</c:v>
                </c:pt>
                <c:pt idx="91">
                  <c:v>0.33333333333333331</c:v>
                </c:pt>
                <c:pt idx="92">
                  <c:v>0.33816425120772947</c:v>
                </c:pt>
                <c:pt idx="93">
                  <c:v>0.21739130434782608</c:v>
                </c:pt>
                <c:pt idx="94">
                  <c:v>0.3719806763285024</c:v>
                </c:pt>
                <c:pt idx="95">
                  <c:v>0.29468599033816423</c:v>
                </c:pt>
                <c:pt idx="96">
                  <c:v>0.27053140096618356</c:v>
                </c:pt>
                <c:pt idx="97">
                  <c:v>0.3188405797101449</c:v>
                </c:pt>
                <c:pt idx="98">
                  <c:v>0.25</c:v>
                </c:pt>
                <c:pt idx="99">
                  <c:v>0.28921568627450983</c:v>
                </c:pt>
                <c:pt idx="100">
                  <c:v>0.31862745098039214</c:v>
                </c:pt>
                <c:pt idx="101">
                  <c:v>0.25980392156862747</c:v>
                </c:pt>
                <c:pt idx="102">
                  <c:v>0.35294117647058826</c:v>
                </c:pt>
                <c:pt idx="103">
                  <c:v>0.30392156862745096</c:v>
                </c:pt>
                <c:pt idx="104">
                  <c:v>0.30392156862745096</c:v>
                </c:pt>
                <c:pt idx="105">
                  <c:v>0.34825870646766172</c:v>
                </c:pt>
                <c:pt idx="106">
                  <c:v>0.30845771144278605</c:v>
                </c:pt>
                <c:pt idx="107">
                  <c:v>0.4079601990049751</c:v>
                </c:pt>
                <c:pt idx="108">
                  <c:v>0.25870646766169153</c:v>
                </c:pt>
                <c:pt idx="109">
                  <c:v>0.32338308457711445</c:v>
                </c:pt>
                <c:pt idx="110">
                  <c:v>0.31840796019900497</c:v>
                </c:pt>
                <c:pt idx="111">
                  <c:v>0.28358208955223879</c:v>
                </c:pt>
                <c:pt idx="112">
                  <c:v>0.27230046948356806</c:v>
                </c:pt>
                <c:pt idx="113">
                  <c:v>0.30985915492957744</c:v>
                </c:pt>
                <c:pt idx="114">
                  <c:v>0.28169014084507044</c:v>
                </c:pt>
                <c:pt idx="115">
                  <c:v>0.25821596244131456</c:v>
                </c:pt>
                <c:pt idx="116">
                  <c:v>0.30516431924882631</c:v>
                </c:pt>
                <c:pt idx="117">
                  <c:v>0.25352112676056338</c:v>
                </c:pt>
                <c:pt idx="118">
                  <c:v>0.30985915492957744</c:v>
                </c:pt>
                <c:pt idx="119">
                  <c:v>0.3364485981308411</c:v>
                </c:pt>
                <c:pt idx="120">
                  <c:v>0.27102803738317754</c:v>
                </c:pt>
                <c:pt idx="121">
                  <c:v>0.2570093457943925</c:v>
                </c:pt>
                <c:pt idx="122">
                  <c:v>0.26168224299065418</c:v>
                </c:pt>
                <c:pt idx="123">
                  <c:v>0.29439252336448596</c:v>
                </c:pt>
                <c:pt idx="124">
                  <c:v>0.32242990654205606</c:v>
                </c:pt>
                <c:pt idx="125">
                  <c:v>0.28971962616822428</c:v>
                </c:pt>
                <c:pt idx="126">
                  <c:v>0.29556650246305421</c:v>
                </c:pt>
                <c:pt idx="127">
                  <c:v>0.29556650246305421</c:v>
                </c:pt>
                <c:pt idx="128">
                  <c:v>0.29556650246305421</c:v>
                </c:pt>
                <c:pt idx="129">
                  <c:v>0.27093596059113301</c:v>
                </c:pt>
                <c:pt idx="130">
                  <c:v>0.30541871921182268</c:v>
                </c:pt>
                <c:pt idx="131">
                  <c:v>0.26108374384236455</c:v>
                </c:pt>
                <c:pt idx="132">
                  <c:v>0.26600985221674878</c:v>
                </c:pt>
                <c:pt idx="133">
                  <c:v>0.22772277227722773</c:v>
                </c:pt>
                <c:pt idx="134">
                  <c:v>0.2722772277227723</c:v>
                </c:pt>
                <c:pt idx="135">
                  <c:v>0.25247524752475248</c:v>
                </c:pt>
                <c:pt idx="136">
                  <c:v>0.28712871287128711</c:v>
                </c:pt>
                <c:pt idx="137">
                  <c:v>0.25247524752475248</c:v>
                </c:pt>
                <c:pt idx="138">
                  <c:v>0.19801980198019803</c:v>
                </c:pt>
                <c:pt idx="139">
                  <c:v>0.24752475247524752</c:v>
                </c:pt>
                <c:pt idx="140">
                  <c:v>0.20359281437125748</c:v>
                </c:pt>
                <c:pt idx="141">
                  <c:v>0.24550898203592814</c:v>
                </c:pt>
                <c:pt idx="142">
                  <c:v>0.23353293413173654</c:v>
                </c:pt>
                <c:pt idx="143">
                  <c:v>0.19161676646706588</c:v>
                </c:pt>
                <c:pt idx="144">
                  <c:v>0.19161676646706588</c:v>
                </c:pt>
                <c:pt idx="145">
                  <c:v>0.18562874251497005</c:v>
                </c:pt>
                <c:pt idx="146">
                  <c:v>0.20958083832335328</c:v>
                </c:pt>
                <c:pt idx="147">
                  <c:v>0.20382165605095542</c:v>
                </c:pt>
                <c:pt idx="148">
                  <c:v>0.1464968152866242</c:v>
                </c:pt>
                <c:pt idx="149">
                  <c:v>0.22292993630573249</c:v>
                </c:pt>
                <c:pt idx="150">
                  <c:v>0.20382165605095542</c:v>
                </c:pt>
                <c:pt idx="151">
                  <c:v>0.15923566878980891</c:v>
                </c:pt>
                <c:pt idx="152">
                  <c:v>0.12101910828025478</c:v>
                </c:pt>
                <c:pt idx="153">
                  <c:v>0.19108280254777071</c:v>
                </c:pt>
                <c:pt idx="154">
                  <c:v>0.14743589743589744</c:v>
                </c:pt>
                <c:pt idx="155">
                  <c:v>0.20512820512820512</c:v>
                </c:pt>
                <c:pt idx="156">
                  <c:v>0.22435897435897437</c:v>
                </c:pt>
                <c:pt idx="157">
                  <c:v>0.1858974358974359</c:v>
                </c:pt>
                <c:pt idx="158">
                  <c:v>0.23076923076923078</c:v>
                </c:pt>
                <c:pt idx="159">
                  <c:v>0.19230769230769232</c:v>
                </c:pt>
                <c:pt idx="160">
                  <c:v>0.16025641025641027</c:v>
                </c:pt>
                <c:pt idx="161">
                  <c:v>0.20261437908496732</c:v>
                </c:pt>
                <c:pt idx="162">
                  <c:v>0.22222222222222221</c:v>
                </c:pt>
                <c:pt idx="163">
                  <c:v>0.1437908496732026</c:v>
                </c:pt>
                <c:pt idx="164">
                  <c:v>0.16993464052287582</c:v>
                </c:pt>
                <c:pt idx="165">
                  <c:v>0.17647058823529413</c:v>
                </c:pt>
                <c:pt idx="166">
                  <c:v>0.18300653594771241</c:v>
                </c:pt>
                <c:pt idx="167">
                  <c:v>0.13071895424836602</c:v>
                </c:pt>
                <c:pt idx="168">
                  <c:v>0.22068965517241379</c:v>
                </c:pt>
                <c:pt idx="169">
                  <c:v>0.19310344827586207</c:v>
                </c:pt>
                <c:pt idx="170">
                  <c:v>0.19310344827586207</c:v>
                </c:pt>
                <c:pt idx="171">
                  <c:v>0.2</c:v>
                </c:pt>
                <c:pt idx="172">
                  <c:v>0.24827586206896551</c:v>
                </c:pt>
                <c:pt idx="173">
                  <c:v>0.16551724137931034</c:v>
                </c:pt>
                <c:pt idx="174">
                  <c:v>0.22758620689655173</c:v>
                </c:pt>
                <c:pt idx="175">
                  <c:v>0.18439716312056736</c:v>
                </c:pt>
                <c:pt idx="176">
                  <c:v>0.1702127659574468</c:v>
                </c:pt>
                <c:pt idx="177">
                  <c:v>0.22695035460992907</c:v>
                </c:pt>
                <c:pt idx="178">
                  <c:v>0.20567375886524822</c:v>
                </c:pt>
                <c:pt idx="179">
                  <c:v>0.15602836879432624</c:v>
                </c:pt>
                <c:pt idx="180">
                  <c:v>0.26241134751773049</c:v>
                </c:pt>
                <c:pt idx="181">
                  <c:v>0.1702127659574468</c:v>
                </c:pt>
                <c:pt idx="182">
                  <c:v>0.18421052631578946</c:v>
                </c:pt>
                <c:pt idx="183">
                  <c:v>0.21052631578947367</c:v>
                </c:pt>
                <c:pt idx="184">
                  <c:v>0.24210526315789474</c:v>
                </c:pt>
                <c:pt idx="185">
                  <c:v>0.18947368421052632</c:v>
                </c:pt>
                <c:pt idx="186">
                  <c:v>0.24210526315789474</c:v>
                </c:pt>
                <c:pt idx="187">
                  <c:v>0.18421052631578946</c:v>
                </c:pt>
                <c:pt idx="188">
                  <c:v>0.27894736842105261</c:v>
                </c:pt>
                <c:pt idx="189">
                  <c:v>0.22746781115879827</c:v>
                </c:pt>
                <c:pt idx="190">
                  <c:v>0.22317596566523606</c:v>
                </c:pt>
                <c:pt idx="191">
                  <c:v>0.27896995708154504</c:v>
                </c:pt>
                <c:pt idx="192">
                  <c:v>0.22317596566523606</c:v>
                </c:pt>
                <c:pt idx="193">
                  <c:v>0.26609442060085836</c:v>
                </c:pt>
                <c:pt idx="194">
                  <c:v>0.33047210300429186</c:v>
                </c:pt>
                <c:pt idx="195">
                  <c:v>0.26180257510729615</c:v>
                </c:pt>
                <c:pt idx="196">
                  <c:v>0.25735294117647056</c:v>
                </c:pt>
                <c:pt idx="197">
                  <c:v>0.24264705882352941</c:v>
                </c:pt>
                <c:pt idx="198">
                  <c:v>0.26838235294117646</c:v>
                </c:pt>
                <c:pt idx="199">
                  <c:v>0.26838235294117646</c:v>
                </c:pt>
                <c:pt idx="200">
                  <c:v>0.29411764705882354</c:v>
                </c:pt>
                <c:pt idx="201">
                  <c:v>0.27573529411764708</c:v>
                </c:pt>
                <c:pt idx="202">
                  <c:v>0.33088235294117646</c:v>
                </c:pt>
                <c:pt idx="203">
                  <c:v>0.26440677966101694</c:v>
                </c:pt>
                <c:pt idx="204">
                  <c:v>0.30508474576271188</c:v>
                </c:pt>
                <c:pt idx="205">
                  <c:v>0.29830508474576273</c:v>
                </c:pt>
                <c:pt idx="206">
                  <c:v>0.28135593220338984</c:v>
                </c:pt>
                <c:pt idx="207">
                  <c:v>0.31186440677966104</c:v>
                </c:pt>
                <c:pt idx="208">
                  <c:v>0.33559322033898303</c:v>
                </c:pt>
                <c:pt idx="209">
                  <c:v>0.31525423728813562</c:v>
                </c:pt>
                <c:pt idx="210">
                  <c:v>0.33236994219653176</c:v>
                </c:pt>
                <c:pt idx="211">
                  <c:v>0.31213872832369943</c:v>
                </c:pt>
                <c:pt idx="212">
                  <c:v>0.32369942196531792</c:v>
                </c:pt>
                <c:pt idx="213">
                  <c:v>0.24855491329479767</c:v>
                </c:pt>
                <c:pt idx="214">
                  <c:v>0.2832369942196532</c:v>
                </c:pt>
                <c:pt idx="215">
                  <c:v>0.28901734104046245</c:v>
                </c:pt>
                <c:pt idx="216">
                  <c:v>0.27456647398843931</c:v>
                </c:pt>
                <c:pt idx="217">
                  <c:v>0.28823529411764703</c:v>
                </c:pt>
                <c:pt idx="218">
                  <c:v>0.26470588235294118</c:v>
                </c:pt>
                <c:pt idx="219">
                  <c:v>0.31470588235294117</c:v>
                </c:pt>
                <c:pt idx="220">
                  <c:v>0.29705882352941176</c:v>
                </c:pt>
                <c:pt idx="221">
                  <c:v>0.30588235294117649</c:v>
                </c:pt>
                <c:pt idx="222">
                  <c:v>0.28823529411764703</c:v>
                </c:pt>
                <c:pt idx="223">
                  <c:v>0.29705882352941176</c:v>
                </c:pt>
                <c:pt idx="224">
                  <c:v>0.27089337175792505</c:v>
                </c:pt>
                <c:pt idx="225">
                  <c:v>0.31123919308357351</c:v>
                </c:pt>
                <c:pt idx="226">
                  <c:v>0.29682997118155618</c:v>
                </c:pt>
                <c:pt idx="227">
                  <c:v>0.2737752161383285</c:v>
                </c:pt>
                <c:pt idx="228">
                  <c:v>0.30835734870317005</c:v>
                </c:pt>
                <c:pt idx="229">
                  <c:v>0.33429394812680113</c:v>
                </c:pt>
                <c:pt idx="230">
                  <c:v>0.31412103746397696</c:v>
                </c:pt>
                <c:pt idx="231">
                  <c:v>0.21875</c:v>
                </c:pt>
                <c:pt idx="232">
                  <c:v>0.25520833333333331</c:v>
                </c:pt>
                <c:pt idx="233">
                  <c:v>0.29947916666666669</c:v>
                </c:pt>
                <c:pt idx="234">
                  <c:v>0.24739583333333334</c:v>
                </c:pt>
                <c:pt idx="235">
                  <c:v>0.27604166666666669</c:v>
                </c:pt>
                <c:pt idx="236">
                  <c:v>0.30729166666666669</c:v>
                </c:pt>
                <c:pt idx="237">
                  <c:v>0.33072916666666669</c:v>
                </c:pt>
                <c:pt idx="238">
                  <c:v>0.1702127659574468</c:v>
                </c:pt>
                <c:pt idx="239">
                  <c:v>0.2144026186579378</c:v>
                </c:pt>
                <c:pt idx="240">
                  <c:v>0.21276595744680851</c:v>
                </c:pt>
                <c:pt idx="241">
                  <c:v>0.22585924713584288</c:v>
                </c:pt>
                <c:pt idx="242">
                  <c:v>0.27332242225859249</c:v>
                </c:pt>
                <c:pt idx="243">
                  <c:v>0.27823240589198034</c:v>
                </c:pt>
                <c:pt idx="244">
                  <c:v>0.27004909983633391</c:v>
                </c:pt>
                <c:pt idx="245">
                  <c:v>0.20926966292134833</c:v>
                </c:pt>
                <c:pt idx="246">
                  <c:v>0.21207865168539325</c:v>
                </c:pt>
                <c:pt idx="247">
                  <c:v>0.24297752808988765</c:v>
                </c:pt>
                <c:pt idx="248">
                  <c:v>0.21067415730337077</c:v>
                </c:pt>
                <c:pt idx="249">
                  <c:v>0.22752808988764045</c:v>
                </c:pt>
                <c:pt idx="250">
                  <c:v>0.24578651685393257</c:v>
                </c:pt>
                <c:pt idx="251">
                  <c:v>0.24719101123595505</c:v>
                </c:pt>
                <c:pt idx="252">
                  <c:v>0.23316062176165803</c:v>
                </c:pt>
                <c:pt idx="253">
                  <c:v>0.21761658031088082</c:v>
                </c:pt>
                <c:pt idx="254">
                  <c:v>0.23963730569948186</c:v>
                </c:pt>
                <c:pt idx="255">
                  <c:v>0.2344559585492228</c:v>
                </c:pt>
                <c:pt idx="256">
                  <c:v>0.22279792746113988</c:v>
                </c:pt>
                <c:pt idx="257">
                  <c:v>0.2422279792746114</c:v>
                </c:pt>
                <c:pt idx="258">
                  <c:v>0.28238341968911918</c:v>
                </c:pt>
                <c:pt idx="259">
                  <c:v>0.28048780487804881</c:v>
                </c:pt>
                <c:pt idx="260">
                  <c:v>0.29573170731707316</c:v>
                </c:pt>
                <c:pt idx="261">
                  <c:v>0.19969512195121952</c:v>
                </c:pt>
                <c:pt idx="262">
                  <c:v>0.26829268292682928</c:v>
                </c:pt>
                <c:pt idx="263">
                  <c:v>0.2073170731707317</c:v>
                </c:pt>
                <c:pt idx="264">
                  <c:v>0.23323170731707318</c:v>
                </c:pt>
                <c:pt idx="265">
                  <c:v>0.2423780487804878</c:v>
                </c:pt>
                <c:pt idx="266">
                  <c:v>0.21633888048411498</c:v>
                </c:pt>
                <c:pt idx="267">
                  <c:v>0.23600605143721634</c:v>
                </c:pt>
                <c:pt idx="268">
                  <c:v>0.22844175491679275</c:v>
                </c:pt>
                <c:pt idx="269">
                  <c:v>0.22390317700453857</c:v>
                </c:pt>
                <c:pt idx="270">
                  <c:v>0.2783661119515885</c:v>
                </c:pt>
                <c:pt idx="271">
                  <c:v>0.30862329803328292</c:v>
                </c:pt>
                <c:pt idx="272">
                  <c:v>0.32526475037821484</c:v>
                </c:pt>
                <c:pt idx="273">
                  <c:v>0.2832618025751073</c:v>
                </c:pt>
                <c:pt idx="274">
                  <c:v>0.28469241773962806</c:v>
                </c:pt>
                <c:pt idx="275">
                  <c:v>0.26895565092989987</c:v>
                </c:pt>
                <c:pt idx="276">
                  <c:v>0.28183118741058655</c:v>
                </c:pt>
                <c:pt idx="277">
                  <c:v>0.27467811158798283</c:v>
                </c:pt>
                <c:pt idx="278">
                  <c:v>0.28612303290414881</c:v>
                </c:pt>
                <c:pt idx="279">
                  <c:v>0.27467811158798283</c:v>
                </c:pt>
                <c:pt idx="280">
                  <c:v>0.28013029315960913</c:v>
                </c:pt>
                <c:pt idx="281">
                  <c:v>0.26058631921824105</c:v>
                </c:pt>
                <c:pt idx="282">
                  <c:v>0.2736156351791531</c:v>
                </c:pt>
                <c:pt idx="283">
                  <c:v>0.27850162866449513</c:v>
                </c:pt>
                <c:pt idx="284">
                  <c:v>0.250814332247557</c:v>
                </c:pt>
                <c:pt idx="285">
                  <c:v>0.23778501628664495</c:v>
                </c:pt>
                <c:pt idx="286">
                  <c:v>0.27035830618892509</c:v>
                </c:pt>
                <c:pt idx="287">
                  <c:v>0.24587155963302754</c:v>
                </c:pt>
                <c:pt idx="288">
                  <c:v>0.27339449541284405</c:v>
                </c:pt>
                <c:pt idx="289">
                  <c:v>0.24220183486238533</c:v>
                </c:pt>
                <c:pt idx="290">
                  <c:v>0.24036697247706423</c:v>
                </c:pt>
                <c:pt idx="291">
                  <c:v>0.19082568807339451</c:v>
                </c:pt>
                <c:pt idx="292">
                  <c:v>0.19266055045871561</c:v>
                </c:pt>
                <c:pt idx="293">
                  <c:v>0.19266055045871561</c:v>
                </c:pt>
                <c:pt idx="294">
                  <c:v>0.2132701421800948</c:v>
                </c:pt>
                <c:pt idx="295">
                  <c:v>0.23933649289099526</c:v>
                </c:pt>
                <c:pt idx="296">
                  <c:v>0.21800947867298578</c:v>
                </c:pt>
                <c:pt idx="297">
                  <c:v>0.16113744075829384</c:v>
                </c:pt>
                <c:pt idx="298">
                  <c:v>0.17772511848341233</c:v>
                </c:pt>
                <c:pt idx="299">
                  <c:v>0.17298578199052134</c:v>
                </c:pt>
                <c:pt idx="300">
                  <c:v>0.16824644549763032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C65-AF43-B828-59504A516310}"/>
            </c:ext>
          </c:extLst>
        </c:ser>
        <c:ser>
          <c:idx val="1"/>
          <c:order val="1"/>
          <c:tx>
            <c:strRef>
              <c:f>'Результат запроса'!$H$1</c:f>
              <c:strCache>
                <c:ptCount val="1"/>
                <c:pt idx="0">
                  <c:v>SFM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'Результат запроса'!$A$4:$A$304</c:f>
              <c:numCache>
                <c:formatCode>m/d/yy</c:formatCode>
                <c:ptCount val="301"/>
                <c:pt idx="0">
                  <c:v>44746</c:v>
                </c:pt>
                <c:pt idx="1">
                  <c:v>44747</c:v>
                </c:pt>
                <c:pt idx="2">
                  <c:v>44748</c:v>
                </c:pt>
                <c:pt idx="3">
                  <c:v>44749</c:v>
                </c:pt>
                <c:pt idx="4">
                  <c:v>44750</c:v>
                </c:pt>
                <c:pt idx="5">
                  <c:v>44751</c:v>
                </c:pt>
                <c:pt idx="6">
                  <c:v>44752</c:v>
                </c:pt>
                <c:pt idx="7">
                  <c:v>44753</c:v>
                </c:pt>
                <c:pt idx="8">
                  <c:v>44754</c:v>
                </c:pt>
                <c:pt idx="9">
                  <c:v>44755</c:v>
                </c:pt>
                <c:pt idx="10">
                  <c:v>44756</c:v>
                </c:pt>
                <c:pt idx="11">
                  <c:v>44757</c:v>
                </c:pt>
                <c:pt idx="12">
                  <c:v>44758</c:v>
                </c:pt>
                <c:pt idx="13">
                  <c:v>44759</c:v>
                </c:pt>
                <c:pt idx="14">
                  <c:v>44760</c:v>
                </c:pt>
                <c:pt idx="15">
                  <c:v>44761</c:v>
                </c:pt>
                <c:pt idx="16">
                  <c:v>44762</c:v>
                </c:pt>
                <c:pt idx="17">
                  <c:v>44763</c:v>
                </c:pt>
                <c:pt idx="18">
                  <c:v>44764</c:v>
                </c:pt>
                <c:pt idx="19">
                  <c:v>44765</c:v>
                </c:pt>
                <c:pt idx="20">
                  <c:v>44766</c:v>
                </c:pt>
                <c:pt idx="21">
                  <c:v>44767</c:v>
                </c:pt>
                <c:pt idx="22">
                  <c:v>44768</c:v>
                </c:pt>
                <c:pt idx="23">
                  <c:v>44769</c:v>
                </c:pt>
                <c:pt idx="24">
                  <c:v>44770</c:v>
                </c:pt>
                <c:pt idx="25">
                  <c:v>44771</c:v>
                </c:pt>
                <c:pt idx="26">
                  <c:v>44772</c:v>
                </c:pt>
                <c:pt idx="27">
                  <c:v>44773</c:v>
                </c:pt>
                <c:pt idx="28">
                  <c:v>44774</c:v>
                </c:pt>
                <c:pt idx="29">
                  <c:v>44775</c:v>
                </c:pt>
                <c:pt idx="30">
                  <c:v>44776</c:v>
                </c:pt>
                <c:pt idx="31">
                  <c:v>44777</c:v>
                </c:pt>
                <c:pt idx="32">
                  <c:v>44778</c:v>
                </c:pt>
                <c:pt idx="33">
                  <c:v>44779</c:v>
                </c:pt>
                <c:pt idx="34">
                  <c:v>44780</c:v>
                </c:pt>
                <c:pt idx="35">
                  <c:v>44781</c:v>
                </c:pt>
                <c:pt idx="36">
                  <c:v>44782</c:v>
                </c:pt>
                <c:pt idx="37">
                  <c:v>44783</c:v>
                </c:pt>
                <c:pt idx="38">
                  <c:v>44784</c:v>
                </c:pt>
                <c:pt idx="39">
                  <c:v>44785</c:v>
                </c:pt>
                <c:pt idx="40">
                  <c:v>44786</c:v>
                </c:pt>
                <c:pt idx="41">
                  <c:v>44787</c:v>
                </c:pt>
                <c:pt idx="42">
                  <c:v>44788</c:v>
                </c:pt>
                <c:pt idx="43">
                  <c:v>44789</c:v>
                </c:pt>
                <c:pt idx="44">
                  <c:v>44790</c:v>
                </c:pt>
                <c:pt idx="45">
                  <c:v>44791</c:v>
                </c:pt>
                <c:pt idx="46">
                  <c:v>44792</c:v>
                </c:pt>
                <c:pt idx="47">
                  <c:v>44793</c:v>
                </c:pt>
                <c:pt idx="48">
                  <c:v>44794</c:v>
                </c:pt>
                <c:pt idx="49">
                  <c:v>44795</c:v>
                </c:pt>
                <c:pt idx="50">
                  <c:v>44796</c:v>
                </c:pt>
                <c:pt idx="51">
                  <c:v>44797</c:v>
                </c:pt>
                <c:pt idx="52">
                  <c:v>44798</c:v>
                </c:pt>
                <c:pt idx="53">
                  <c:v>44799</c:v>
                </c:pt>
                <c:pt idx="54">
                  <c:v>44800</c:v>
                </c:pt>
                <c:pt idx="55">
                  <c:v>44801</c:v>
                </c:pt>
                <c:pt idx="56">
                  <c:v>44802</c:v>
                </c:pt>
                <c:pt idx="57">
                  <c:v>44803</c:v>
                </c:pt>
                <c:pt idx="58">
                  <c:v>44804</c:v>
                </c:pt>
                <c:pt idx="59">
                  <c:v>44805</c:v>
                </c:pt>
                <c:pt idx="60">
                  <c:v>44806</c:v>
                </c:pt>
                <c:pt idx="61">
                  <c:v>44807</c:v>
                </c:pt>
                <c:pt idx="62">
                  <c:v>44808</c:v>
                </c:pt>
                <c:pt idx="63">
                  <c:v>44809</c:v>
                </c:pt>
                <c:pt idx="64">
                  <c:v>44810</c:v>
                </c:pt>
                <c:pt idx="65">
                  <c:v>44811</c:v>
                </c:pt>
                <c:pt idx="66">
                  <c:v>44812</c:v>
                </c:pt>
                <c:pt idx="67">
                  <c:v>44813</c:v>
                </c:pt>
                <c:pt idx="68">
                  <c:v>44814</c:v>
                </c:pt>
                <c:pt idx="69">
                  <c:v>44815</c:v>
                </c:pt>
                <c:pt idx="70">
                  <c:v>44816</c:v>
                </c:pt>
                <c:pt idx="71">
                  <c:v>44817</c:v>
                </c:pt>
                <c:pt idx="72">
                  <c:v>44818</c:v>
                </c:pt>
                <c:pt idx="73">
                  <c:v>44819</c:v>
                </c:pt>
                <c:pt idx="74">
                  <c:v>44820</c:v>
                </c:pt>
                <c:pt idx="75">
                  <c:v>44821</c:v>
                </c:pt>
                <c:pt idx="76">
                  <c:v>44822</c:v>
                </c:pt>
                <c:pt idx="77">
                  <c:v>44823</c:v>
                </c:pt>
                <c:pt idx="78">
                  <c:v>44824</c:v>
                </c:pt>
                <c:pt idx="79">
                  <c:v>44825</c:v>
                </c:pt>
                <c:pt idx="80">
                  <c:v>44826</c:v>
                </c:pt>
                <c:pt idx="81">
                  <c:v>44827</c:v>
                </c:pt>
                <c:pt idx="82">
                  <c:v>44828</c:v>
                </c:pt>
                <c:pt idx="83">
                  <c:v>44829</c:v>
                </c:pt>
                <c:pt idx="84">
                  <c:v>44830</c:v>
                </c:pt>
                <c:pt idx="85">
                  <c:v>44831</c:v>
                </c:pt>
                <c:pt idx="86">
                  <c:v>44832</c:v>
                </c:pt>
                <c:pt idx="87">
                  <c:v>44833</c:v>
                </c:pt>
                <c:pt idx="88">
                  <c:v>44834</c:v>
                </c:pt>
                <c:pt idx="89">
                  <c:v>44835</c:v>
                </c:pt>
                <c:pt idx="90">
                  <c:v>44836</c:v>
                </c:pt>
                <c:pt idx="91">
                  <c:v>44837</c:v>
                </c:pt>
                <c:pt idx="92">
                  <c:v>44838</c:v>
                </c:pt>
                <c:pt idx="93">
                  <c:v>44839</c:v>
                </c:pt>
                <c:pt idx="94">
                  <c:v>44840</c:v>
                </c:pt>
                <c:pt idx="95">
                  <c:v>44841</c:v>
                </c:pt>
                <c:pt idx="96">
                  <c:v>44842</c:v>
                </c:pt>
                <c:pt idx="97">
                  <c:v>44843</c:v>
                </c:pt>
                <c:pt idx="98">
                  <c:v>44844</c:v>
                </c:pt>
                <c:pt idx="99">
                  <c:v>44845</c:v>
                </c:pt>
                <c:pt idx="100">
                  <c:v>44846</c:v>
                </c:pt>
                <c:pt idx="101">
                  <c:v>44847</c:v>
                </c:pt>
                <c:pt idx="102">
                  <c:v>44848</c:v>
                </c:pt>
                <c:pt idx="103">
                  <c:v>44849</c:v>
                </c:pt>
                <c:pt idx="104">
                  <c:v>44850</c:v>
                </c:pt>
                <c:pt idx="105">
                  <c:v>44851</c:v>
                </c:pt>
                <c:pt idx="106">
                  <c:v>44852</c:v>
                </c:pt>
                <c:pt idx="107">
                  <c:v>44853</c:v>
                </c:pt>
                <c:pt idx="108">
                  <c:v>44854</c:v>
                </c:pt>
                <c:pt idx="109">
                  <c:v>44855</c:v>
                </c:pt>
                <c:pt idx="110">
                  <c:v>44856</c:v>
                </c:pt>
                <c:pt idx="111">
                  <c:v>44857</c:v>
                </c:pt>
                <c:pt idx="112">
                  <c:v>44858</c:v>
                </c:pt>
                <c:pt idx="113">
                  <c:v>44859</c:v>
                </c:pt>
                <c:pt idx="114">
                  <c:v>44860</c:v>
                </c:pt>
                <c:pt idx="115">
                  <c:v>44861</c:v>
                </c:pt>
                <c:pt idx="116">
                  <c:v>44862</c:v>
                </c:pt>
                <c:pt idx="117">
                  <c:v>44863</c:v>
                </c:pt>
                <c:pt idx="118">
                  <c:v>44864</c:v>
                </c:pt>
                <c:pt idx="119">
                  <c:v>44865</c:v>
                </c:pt>
                <c:pt idx="120">
                  <c:v>44866</c:v>
                </c:pt>
                <c:pt idx="121">
                  <c:v>44867</c:v>
                </c:pt>
                <c:pt idx="122">
                  <c:v>44868</c:v>
                </c:pt>
                <c:pt idx="123">
                  <c:v>44869</c:v>
                </c:pt>
                <c:pt idx="124">
                  <c:v>44870</c:v>
                </c:pt>
                <c:pt idx="125">
                  <c:v>44871</c:v>
                </c:pt>
                <c:pt idx="126">
                  <c:v>44872</c:v>
                </c:pt>
                <c:pt idx="127">
                  <c:v>44873</c:v>
                </c:pt>
                <c:pt idx="128">
                  <c:v>44874</c:v>
                </c:pt>
                <c:pt idx="129">
                  <c:v>44875</c:v>
                </c:pt>
                <c:pt idx="130">
                  <c:v>44876</c:v>
                </c:pt>
                <c:pt idx="131">
                  <c:v>44877</c:v>
                </c:pt>
                <c:pt idx="132">
                  <c:v>44878</c:v>
                </c:pt>
                <c:pt idx="133">
                  <c:v>44879</c:v>
                </c:pt>
                <c:pt idx="134">
                  <c:v>44880</c:v>
                </c:pt>
                <c:pt idx="135">
                  <c:v>44881</c:v>
                </c:pt>
                <c:pt idx="136">
                  <c:v>44882</c:v>
                </c:pt>
                <c:pt idx="137">
                  <c:v>44883</c:v>
                </c:pt>
                <c:pt idx="138">
                  <c:v>44884</c:v>
                </c:pt>
                <c:pt idx="139">
                  <c:v>44885</c:v>
                </c:pt>
                <c:pt idx="140">
                  <c:v>44886</c:v>
                </c:pt>
                <c:pt idx="141">
                  <c:v>44887</c:v>
                </c:pt>
                <c:pt idx="142">
                  <c:v>44888</c:v>
                </c:pt>
                <c:pt idx="143">
                  <c:v>44889</c:v>
                </c:pt>
                <c:pt idx="144">
                  <c:v>44890</c:v>
                </c:pt>
                <c:pt idx="145">
                  <c:v>44891</c:v>
                </c:pt>
                <c:pt idx="146">
                  <c:v>44892</c:v>
                </c:pt>
                <c:pt idx="147">
                  <c:v>44893</c:v>
                </c:pt>
                <c:pt idx="148">
                  <c:v>44894</c:v>
                </c:pt>
                <c:pt idx="149">
                  <c:v>44895</c:v>
                </c:pt>
                <c:pt idx="150">
                  <c:v>44896</c:v>
                </c:pt>
                <c:pt idx="151">
                  <c:v>44897</c:v>
                </c:pt>
                <c:pt idx="152">
                  <c:v>44898</c:v>
                </c:pt>
                <c:pt idx="153">
                  <c:v>44899</c:v>
                </c:pt>
                <c:pt idx="154">
                  <c:v>44900</c:v>
                </c:pt>
                <c:pt idx="155">
                  <c:v>44901</c:v>
                </c:pt>
                <c:pt idx="156">
                  <c:v>44902</c:v>
                </c:pt>
                <c:pt idx="157">
                  <c:v>44903</c:v>
                </c:pt>
                <c:pt idx="158">
                  <c:v>44904</c:v>
                </c:pt>
                <c:pt idx="159">
                  <c:v>44905</c:v>
                </c:pt>
                <c:pt idx="160">
                  <c:v>44906</c:v>
                </c:pt>
                <c:pt idx="161">
                  <c:v>44907</c:v>
                </c:pt>
                <c:pt idx="162">
                  <c:v>44908</c:v>
                </c:pt>
                <c:pt idx="163">
                  <c:v>44909</c:v>
                </c:pt>
                <c:pt idx="164">
                  <c:v>44910</c:v>
                </c:pt>
                <c:pt idx="165">
                  <c:v>44911</c:v>
                </c:pt>
                <c:pt idx="166">
                  <c:v>44912</c:v>
                </c:pt>
                <c:pt idx="167">
                  <c:v>44913</c:v>
                </c:pt>
                <c:pt idx="168">
                  <c:v>44914</c:v>
                </c:pt>
                <c:pt idx="169">
                  <c:v>44915</c:v>
                </c:pt>
                <c:pt idx="170">
                  <c:v>44916</c:v>
                </c:pt>
                <c:pt idx="171">
                  <c:v>44917</c:v>
                </c:pt>
                <c:pt idx="172">
                  <c:v>44918</c:v>
                </c:pt>
                <c:pt idx="173">
                  <c:v>44919</c:v>
                </c:pt>
                <c:pt idx="174">
                  <c:v>44920</c:v>
                </c:pt>
                <c:pt idx="175">
                  <c:v>44921</c:v>
                </c:pt>
                <c:pt idx="176">
                  <c:v>44922</c:v>
                </c:pt>
                <c:pt idx="177">
                  <c:v>44923</c:v>
                </c:pt>
                <c:pt idx="178">
                  <c:v>44924</c:v>
                </c:pt>
                <c:pt idx="179">
                  <c:v>44925</c:v>
                </c:pt>
                <c:pt idx="180">
                  <c:v>44926</c:v>
                </c:pt>
                <c:pt idx="181">
                  <c:v>44927</c:v>
                </c:pt>
                <c:pt idx="182">
                  <c:v>44928</c:v>
                </c:pt>
                <c:pt idx="183">
                  <c:v>44929</c:v>
                </c:pt>
                <c:pt idx="184">
                  <c:v>44930</c:v>
                </c:pt>
                <c:pt idx="185">
                  <c:v>44931</c:v>
                </c:pt>
                <c:pt idx="186">
                  <c:v>44932</c:v>
                </c:pt>
                <c:pt idx="187">
                  <c:v>44933</c:v>
                </c:pt>
                <c:pt idx="188">
                  <c:v>44934</c:v>
                </c:pt>
                <c:pt idx="189">
                  <c:v>44935</c:v>
                </c:pt>
                <c:pt idx="190">
                  <c:v>44936</c:v>
                </c:pt>
                <c:pt idx="191">
                  <c:v>44937</c:v>
                </c:pt>
                <c:pt idx="192">
                  <c:v>44938</c:v>
                </c:pt>
                <c:pt idx="193">
                  <c:v>44939</c:v>
                </c:pt>
                <c:pt idx="194">
                  <c:v>44940</c:v>
                </c:pt>
                <c:pt idx="195">
                  <c:v>44941</c:v>
                </c:pt>
                <c:pt idx="196">
                  <c:v>44942</c:v>
                </c:pt>
                <c:pt idx="197">
                  <c:v>44943</c:v>
                </c:pt>
                <c:pt idx="198">
                  <c:v>44944</c:v>
                </c:pt>
                <c:pt idx="199">
                  <c:v>44945</c:v>
                </c:pt>
                <c:pt idx="200">
                  <c:v>44946</c:v>
                </c:pt>
                <c:pt idx="201">
                  <c:v>44947</c:v>
                </c:pt>
                <c:pt idx="202">
                  <c:v>44948</c:v>
                </c:pt>
                <c:pt idx="203">
                  <c:v>44949</c:v>
                </c:pt>
                <c:pt idx="204">
                  <c:v>44950</c:v>
                </c:pt>
                <c:pt idx="205">
                  <c:v>44951</c:v>
                </c:pt>
                <c:pt idx="206">
                  <c:v>44952</c:v>
                </c:pt>
                <c:pt idx="207">
                  <c:v>44953</c:v>
                </c:pt>
                <c:pt idx="208">
                  <c:v>44954</c:v>
                </c:pt>
                <c:pt idx="209">
                  <c:v>44955</c:v>
                </c:pt>
                <c:pt idx="210">
                  <c:v>44956</c:v>
                </c:pt>
                <c:pt idx="211">
                  <c:v>44957</c:v>
                </c:pt>
                <c:pt idx="212">
                  <c:v>44958</c:v>
                </c:pt>
                <c:pt idx="213">
                  <c:v>44959</c:v>
                </c:pt>
                <c:pt idx="214">
                  <c:v>44960</c:v>
                </c:pt>
                <c:pt idx="215">
                  <c:v>44961</c:v>
                </c:pt>
                <c:pt idx="216">
                  <c:v>44962</c:v>
                </c:pt>
                <c:pt idx="217">
                  <c:v>44963</c:v>
                </c:pt>
                <c:pt idx="218">
                  <c:v>44964</c:v>
                </c:pt>
                <c:pt idx="219">
                  <c:v>44965</c:v>
                </c:pt>
                <c:pt idx="220">
                  <c:v>44966</c:v>
                </c:pt>
                <c:pt idx="221">
                  <c:v>44967</c:v>
                </c:pt>
                <c:pt idx="222">
                  <c:v>44968</c:v>
                </c:pt>
                <c:pt idx="223">
                  <c:v>44969</c:v>
                </c:pt>
                <c:pt idx="224">
                  <c:v>44970</c:v>
                </c:pt>
                <c:pt idx="225">
                  <c:v>44971</c:v>
                </c:pt>
                <c:pt idx="226">
                  <c:v>44972</c:v>
                </c:pt>
                <c:pt idx="227">
                  <c:v>44973</c:v>
                </c:pt>
                <c:pt idx="228">
                  <c:v>44974</c:v>
                </c:pt>
                <c:pt idx="229">
                  <c:v>44975</c:v>
                </c:pt>
                <c:pt idx="230">
                  <c:v>44976</c:v>
                </c:pt>
                <c:pt idx="231">
                  <c:v>44977</c:v>
                </c:pt>
                <c:pt idx="232">
                  <c:v>44978</c:v>
                </c:pt>
                <c:pt idx="233">
                  <c:v>44979</c:v>
                </c:pt>
                <c:pt idx="234">
                  <c:v>44980</c:v>
                </c:pt>
                <c:pt idx="235">
                  <c:v>44981</c:v>
                </c:pt>
                <c:pt idx="236">
                  <c:v>44982</c:v>
                </c:pt>
                <c:pt idx="237">
                  <c:v>44983</c:v>
                </c:pt>
                <c:pt idx="238">
                  <c:v>44984</c:v>
                </c:pt>
                <c:pt idx="239">
                  <c:v>44985</c:v>
                </c:pt>
                <c:pt idx="240">
                  <c:v>44986</c:v>
                </c:pt>
                <c:pt idx="241">
                  <c:v>44987</c:v>
                </c:pt>
                <c:pt idx="242">
                  <c:v>44988</c:v>
                </c:pt>
                <c:pt idx="243">
                  <c:v>44989</c:v>
                </c:pt>
                <c:pt idx="244">
                  <c:v>44990</c:v>
                </c:pt>
                <c:pt idx="245">
                  <c:v>44991</c:v>
                </c:pt>
                <c:pt idx="246">
                  <c:v>44992</c:v>
                </c:pt>
                <c:pt idx="247">
                  <c:v>44993</c:v>
                </c:pt>
                <c:pt idx="248">
                  <c:v>44994</c:v>
                </c:pt>
                <c:pt idx="249">
                  <c:v>44995</c:v>
                </c:pt>
                <c:pt idx="250">
                  <c:v>44996</c:v>
                </c:pt>
                <c:pt idx="251">
                  <c:v>44997</c:v>
                </c:pt>
                <c:pt idx="252">
                  <c:v>44998</c:v>
                </c:pt>
                <c:pt idx="253">
                  <c:v>44999</c:v>
                </c:pt>
                <c:pt idx="254">
                  <c:v>45000</c:v>
                </c:pt>
                <c:pt idx="255">
                  <c:v>45001</c:v>
                </c:pt>
                <c:pt idx="256">
                  <c:v>45002</c:v>
                </c:pt>
                <c:pt idx="257">
                  <c:v>45003</c:v>
                </c:pt>
                <c:pt idx="258">
                  <c:v>45004</c:v>
                </c:pt>
                <c:pt idx="259">
                  <c:v>45005</c:v>
                </c:pt>
                <c:pt idx="260">
                  <c:v>45006</c:v>
                </c:pt>
                <c:pt idx="261">
                  <c:v>45007</c:v>
                </c:pt>
                <c:pt idx="262">
                  <c:v>45008</c:v>
                </c:pt>
                <c:pt idx="263">
                  <c:v>45009</c:v>
                </c:pt>
                <c:pt idx="264">
                  <c:v>45010</c:v>
                </c:pt>
                <c:pt idx="265">
                  <c:v>45011</c:v>
                </c:pt>
                <c:pt idx="266">
                  <c:v>45012</c:v>
                </c:pt>
                <c:pt idx="267">
                  <c:v>45013</c:v>
                </c:pt>
                <c:pt idx="268">
                  <c:v>45014</c:v>
                </c:pt>
                <c:pt idx="269">
                  <c:v>45015</c:v>
                </c:pt>
                <c:pt idx="270">
                  <c:v>45016</c:v>
                </c:pt>
                <c:pt idx="271">
                  <c:v>45017</c:v>
                </c:pt>
                <c:pt idx="272">
                  <c:v>45018</c:v>
                </c:pt>
                <c:pt idx="273">
                  <c:v>45019</c:v>
                </c:pt>
                <c:pt idx="274">
                  <c:v>45020</c:v>
                </c:pt>
                <c:pt idx="275">
                  <c:v>45021</c:v>
                </c:pt>
                <c:pt idx="276">
                  <c:v>45022</c:v>
                </c:pt>
                <c:pt idx="277">
                  <c:v>45023</c:v>
                </c:pt>
                <c:pt idx="278">
                  <c:v>45024</c:v>
                </c:pt>
                <c:pt idx="279">
                  <c:v>45025</c:v>
                </c:pt>
                <c:pt idx="280">
                  <c:v>45026</c:v>
                </c:pt>
                <c:pt idx="281">
                  <c:v>45027</c:v>
                </c:pt>
                <c:pt idx="282">
                  <c:v>45028</c:v>
                </c:pt>
                <c:pt idx="283">
                  <c:v>45029</c:v>
                </c:pt>
                <c:pt idx="284">
                  <c:v>45030</c:v>
                </c:pt>
                <c:pt idx="285">
                  <c:v>45031</c:v>
                </c:pt>
                <c:pt idx="286">
                  <c:v>45032</c:v>
                </c:pt>
                <c:pt idx="287">
                  <c:v>45033</c:v>
                </c:pt>
                <c:pt idx="288">
                  <c:v>45034</c:v>
                </c:pt>
                <c:pt idx="289">
                  <c:v>45035</c:v>
                </c:pt>
                <c:pt idx="290">
                  <c:v>45036</c:v>
                </c:pt>
                <c:pt idx="291">
                  <c:v>45037</c:v>
                </c:pt>
                <c:pt idx="292">
                  <c:v>45038</c:v>
                </c:pt>
                <c:pt idx="293">
                  <c:v>45039</c:v>
                </c:pt>
                <c:pt idx="294">
                  <c:v>45040</c:v>
                </c:pt>
                <c:pt idx="295">
                  <c:v>45041</c:v>
                </c:pt>
                <c:pt idx="296">
                  <c:v>45042</c:v>
                </c:pt>
                <c:pt idx="297">
                  <c:v>45043</c:v>
                </c:pt>
                <c:pt idx="298">
                  <c:v>45044</c:v>
                </c:pt>
                <c:pt idx="299">
                  <c:v>45045</c:v>
                </c:pt>
                <c:pt idx="300">
                  <c:v>45046</c:v>
                </c:pt>
              </c:numCache>
            </c:numRef>
          </c:cat>
          <c:val>
            <c:numRef>
              <c:f>'Результат запроса'!$H$4:$H$304</c:f>
              <c:numCache>
                <c:formatCode>General</c:formatCode>
                <c:ptCount val="301"/>
                <c:pt idx="0">
                  <c:v>2.5906735751295335E-2</c:v>
                </c:pt>
                <c:pt idx="1">
                  <c:v>5.181347150259067E-2</c:v>
                </c:pt>
                <c:pt idx="2">
                  <c:v>2.5906735751295335E-2</c:v>
                </c:pt>
                <c:pt idx="3">
                  <c:v>6.7357512953367879E-2</c:v>
                </c:pt>
                <c:pt idx="4">
                  <c:v>0.11398963730569948</c:v>
                </c:pt>
                <c:pt idx="5">
                  <c:v>0.11398963730569948</c:v>
                </c:pt>
                <c:pt idx="6">
                  <c:v>0.13471502590673576</c:v>
                </c:pt>
                <c:pt idx="7">
                  <c:v>0.11917098445595854</c:v>
                </c:pt>
                <c:pt idx="8">
                  <c:v>0.12435233160621761</c:v>
                </c:pt>
                <c:pt idx="9">
                  <c:v>0.15544041450777202</c:v>
                </c:pt>
                <c:pt idx="10">
                  <c:v>0.16580310880829016</c:v>
                </c:pt>
                <c:pt idx="11">
                  <c:v>0.12953367875647667</c:v>
                </c:pt>
                <c:pt idx="12">
                  <c:v>0.17616580310880828</c:v>
                </c:pt>
                <c:pt idx="13">
                  <c:v>0.20207253886010362</c:v>
                </c:pt>
                <c:pt idx="14">
                  <c:v>0.11398963730569948</c:v>
                </c:pt>
                <c:pt idx="15">
                  <c:v>0.19689119170984457</c:v>
                </c:pt>
                <c:pt idx="16">
                  <c:v>0.17616580310880828</c:v>
                </c:pt>
                <c:pt idx="17">
                  <c:v>0.25906735751295334</c:v>
                </c:pt>
                <c:pt idx="18">
                  <c:v>0.22279792746113988</c:v>
                </c:pt>
                <c:pt idx="19">
                  <c:v>0.22279792746113988</c:v>
                </c:pt>
                <c:pt idx="20">
                  <c:v>0.27461139896373055</c:v>
                </c:pt>
                <c:pt idx="21">
                  <c:v>0.32642487046632124</c:v>
                </c:pt>
                <c:pt idx="22">
                  <c:v>0.24870466321243523</c:v>
                </c:pt>
                <c:pt idx="23">
                  <c:v>0.30569948186528495</c:v>
                </c:pt>
                <c:pt idx="24">
                  <c:v>0.30569948186528495</c:v>
                </c:pt>
                <c:pt idx="25">
                  <c:v>0.31606217616580312</c:v>
                </c:pt>
                <c:pt idx="26">
                  <c:v>0.33160621761658032</c:v>
                </c:pt>
                <c:pt idx="27">
                  <c:v>0.33160621761658032</c:v>
                </c:pt>
                <c:pt idx="28">
                  <c:v>0.14207650273224043</c:v>
                </c:pt>
                <c:pt idx="29">
                  <c:v>0.16939890710382513</c:v>
                </c:pt>
                <c:pt idx="30">
                  <c:v>0.15027322404371585</c:v>
                </c:pt>
                <c:pt idx="31">
                  <c:v>0.16393442622950818</c:v>
                </c:pt>
                <c:pt idx="32">
                  <c:v>0.14207650273224043</c:v>
                </c:pt>
                <c:pt idx="33">
                  <c:v>0.16939890710382513</c:v>
                </c:pt>
                <c:pt idx="34">
                  <c:v>0.16120218579234974</c:v>
                </c:pt>
                <c:pt idx="35">
                  <c:v>0.15846994535519127</c:v>
                </c:pt>
                <c:pt idx="36">
                  <c:v>0.1448087431693989</c:v>
                </c:pt>
                <c:pt idx="37">
                  <c:v>0.15027322404371585</c:v>
                </c:pt>
                <c:pt idx="38">
                  <c:v>0.17759562841530055</c:v>
                </c:pt>
                <c:pt idx="39">
                  <c:v>0.14754098360655737</c:v>
                </c:pt>
                <c:pt idx="40">
                  <c:v>0.20218579234972678</c:v>
                </c:pt>
                <c:pt idx="41">
                  <c:v>0.16120218579234974</c:v>
                </c:pt>
                <c:pt idx="42">
                  <c:v>0.14754098360655737</c:v>
                </c:pt>
                <c:pt idx="43">
                  <c:v>0.18579234972677597</c:v>
                </c:pt>
                <c:pt idx="44">
                  <c:v>0.16120218579234974</c:v>
                </c:pt>
                <c:pt idx="45">
                  <c:v>0.16666666666666666</c:v>
                </c:pt>
                <c:pt idx="46">
                  <c:v>0.15846994535519127</c:v>
                </c:pt>
                <c:pt idx="47">
                  <c:v>0.1830601092896175</c:v>
                </c:pt>
                <c:pt idx="48">
                  <c:v>0.16939890710382513</c:v>
                </c:pt>
                <c:pt idx="49">
                  <c:v>0.1448087431693989</c:v>
                </c:pt>
                <c:pt idx="50">
                  <c:v>0.16393442622950818</c:v>
                </c:pt>
                <c:pt idx="51">
                  <c:v>0.1830601092896175</c:v>
                </c:pt>
                <c:pt idx="52">
                  <c:v>0.1830601092896175</c:v>
                </c:pt>
                <c:pt idx="53">
                  <c:v>0.16666666666666666</c:v>
                </c:pt>
                <c:pt idx="54">
                  <c:v>0.1721311475409836</c:v>
                </c:pt>
                <c:pt idx="55">
                  <c:v>0.16666666666666666</c:v>
                </c:pt>
                <c:pt idx="56">
                  <c:v>0.14754098360655737</c:v>
                </c:pt>
                <c:pt idx="57">
                  <c:v>0.19672131147540983</c:v>
                </c:pt>
                <c:pt idx="58">
                  <c:v>0.14754098360655737</c:v>
                </c:pt>
                <c:pt idx="59">
                  <c:v>0.17460317460317459</c:v>
                </c:pt>
                <c:pt idx="60">
                  <c:v>0.16137566137566137</c:v>
                </c:pt>
                <c:pt idx="61">
                  <c:v>0.15343915343915343</c:v>
                </c:pt>
                <c:pt idx="62">
                  <c:v>0.1693121693121693</c:v>
                </c:pt>
                <c:pt idx="63">
                  <c:v>0.16402116402116401</c:v>
                </c:pt>
                <c:pt idx="64">
                  <c:v>0.12169312169312169</c:v>
                </c:pt>
                <c:pt idx="65">
                  <c:v>0.12962962962962962</c:v>
                </c:pt>
                <c:pt idx="66">
                  <c:v>0.15608465608465608</c:v>
                </c:pt>
                <c:pt idx="67">
                  <c:v>0.15873015873015872</c:v>
                </c:pt>
                <c:pt idx="68">
                  <c:v>0.1402116402116402</c:v>
                </c:pt>
                <c:pt idx="69">
                  <c:v>0.16137566137566137</c:v>
                </c:pt>
                <c:pt idx="70">
                  <c:v>0.15343915343915343</c:v>
                </c:pt>
                <c:pt idx="71">
                  <c:v>0.1693121693121693</c:v>
                </c:pt>
                <c:pt idx="72">
                  <c:v>0.17195767195767195</c:v>
                </c:pt>
                <c:pt idx="73">
                  <c:v>0.19576719576719576</c:v>
                </c:pt>
                <c:pt idx="74">
                  <c:v>0.15343915343915343</c:v>
                </c:pt>
                <c:pt idx="75">
                  <c:v>0.16402116402116401</c:v>
                </c:pt>
                <c:pt idx="76">
                  <c:v>0.18253968253968253</c:v>
                </c:pt>
                <c:pt idx="77">
                  <c:v>0.17460317460317459</c:v>
                </c:pt>
                <c:pt idx="78">
                  <c:v>0.17724867724867724</c:v>
                </c:pt>
                <c:pt idx="79">
                  <c:v>0.18783068783068782</c:v>
                </c:pt>
                <c:pt idx="80">
                  <c:v>0.17724867724867724</c:v>
                </c:pt>
                <c:pt idx="81">
                  <c:v>0.14550264550264549</c:v>
                </c:pt>
                <c:pt idx="82">
                  <c:v>0.15343915343915343</c:v>
                </c:pt>
                <c:pt idx="83">
                  <c:v>0.19312169312169311</c:v>
                </c:pt>
                <c:pt idx="84">
                  <c:v>0.15343915343915343</c:v>
                </c:pt>
                <c:pt idx="85">
                  <c:v>0.20105820105820105</c:v>
                </c:pt>
                <c:pt idx="86">
                  <c:v>0.16402116402116401</c:v>
                </c:pt>
                <c:pt idx="87">
                  <c:v>0.17460317460317459</c:v>
                </c:pt>
                <c:pt idx="88">
                  <c:v>0.15608465608465608</c:v>
                </c:pt>
                <c:pt idx="89">
                  <c:v>0.15521628498727735</c:v>
                </c:pt>
                <c:pt idx="90">
                  <c:v>0.13231552162849872</c:v>
                </c:pt>
                <c:pt idx="91">
                  <c:v>0.17557251908396945</c:v>
                </c:pt>
                <c:pt idx="92">
                  <c:v>0.17811704834605599</c:v>
                </c:pt>
                <c:pt idx="93">
                  <c:v>0.11450381679389313</c:v>
                </c:pt>
                <c:pt idx="94">
                  <c:v>0.19592875318066158</c:v>
                </c:pt>
                <c:pt idx="95">
                  <c:v>0.15521628498727735</c:v>
                </c:pt>
                <c:pt idx="96">
                  <c:v>0.14249363867684478</c:v>
                </c:pt>
                <c:pt idx="97">
                  <c:v>0.16793893129770993</c:v>
                </c:pt>
                <c:pt idx="98">
                  <c:v>0.12977099236641221</c:v>
                </c:pt>
                <c:pt idx="99">
                  <c:v>0.15012722646310434</c:v>
                </c:pt>
                <c:pt idx="100">
                  <c:v>0.16539440203562342</c:v>
                </c:pt>
                <c:pt idx="101">
                  <c:v>0.13486005089058525</c:v>
                </c:pt>
                <c:pt idx="102">
                  <c:v>0.18320610687022901</c:v>
                </c:pt>
                <c:pt idx="103">
                  <c:v>0.15776081424936386</c:v>
                </c:pt>
                <c:pt idx="104">
                  <c:v>0.15776081424936386</c:v>
                </c:pt>
                <c:pt idx="105">
                  <c:v>0.17811704834605599</c:v>
                </c:pt>
                <c:pt idx="106">
                  <c:v>0.15776081424936386</c:v>
                </c:pt>
                <c:pt idx="107">
                  <c:v>0.20865139949109415</c:v>
                </c:pt>
                <c:pt idx="108">
                  <c:v>0.13231552162849872</c:v>
                </c:pt>
                <c:pt idx="109">
                  <c:v>0.16539440203562342</c:v>
                </c:pt>
                <c:pt idx="110">
                  <c:v>0.16284987277353691</c:v>
                </c:pt>
                <c:pt idx="111">
                  <c:v>0.14503816793893129</c:v>
                </c:pt>
                <c:pt idx="112">
                  <c:v>0.1475826972010178</c:v>
                </c:pt>
                <c:pt idx="113">
                  <c:v>0.16793893129770993</c:v>
                </c:pt>
                <c:pt idx="114">
                  <c:v>0.15267175572519084</c:v>
                </c:pt>
                <c:pt idx="115">
                  <c:v>0.13994910941475827</c:v>
                </c:pt>
                <c:pt idx="116">
                  <c:v>0.16539440203562342</c:v>
                </c:pt>
                <c:pt idx="117">
                  <c:v>0.13740458015267176</c:v>
                </c:pt>
                <c:pt idx="118">
                  <c:v>0.16793893129770993</c:v>
                </c:pt>
                <c:pt idx="119">
                  <c:v>0.18320610687022901</c:v>
                </c:pt>
                <c:pt idx="120">
                  <c:v>0.13615023474178403</c:v>
                </c:pt>
                <c:pt idx="121">
                  <c:v>0.12910798122065728</c:v>
                </c:pt>
                <c:pt idx="122">
                  <c:v>0.13145539906103287</c:v>
                </c:pt>
                <c:pt idx="123">
                  <c:v>0.14788732394366197</c:v>
                </c:pt>
                <c:pt idx="124">
                  <c:v>0.1619718309859155</c:v>
                </c:pt>
                <c:pt idx="125">
                  <c:v>0.14553990610328638</c:v>
                </c:pt>
                <c:pt idx="126">
                  <c:v>0.14084507042253522</c:v>
                </c:pt>
                <c:pt idx="127">
                  <c:v>0.14084507042253522</c:v>
                </c:pt>
                <c:pt idx="128">
                  <c:v>0.14084507042253522</c:v>
                </c:pt>
                <c:pt idx="129">
                  <c:v>0.12910798122065728</c:v>
                </c:pt>
                <c:pt idx="130">
                  <c:v>0.14553990610328638</c:v>
                </c:pt>
                <c:pt idx="131">
                  <c:v>0.12441314553990611</c:v>
                </c:pt>
                <c:pt idx="132">
                  <c:v>0.12676056338028169</c:v>
                </c:pt>
                <c:pt idx="133">
                  <c:v>0.107981220657277</c:v>
                </c:pt>
                <c:pt idx="134">
                  <c:v>0.12910798122065728</c:v>
                </c:pt>
                <c:pt idx="135">
                  <c:v>0.11971830985915492</c:v>
                </c:pt>
                <c:pt idx="136">
                  <c:v>0.13615023474178403</c:v>
                </c:pt>
                <c:pt idx="137">
                  <c:v>0.11971830985915492</c:v>
                </c:pt>
                <c:pt idx="138">
                  <c:v>9.3896713615023469E-2</c:v>
                </c:pt>
                <c:pt idx="139">
                  <c:v>0.11737089201877934</c:v>
                </c:pt>
                <c:pt idx="140">
                  <c:v>7.9812206572769953E-2</c:v>
                </c:pt>
                <c:pt idx="141">
                  <c:v>9.6244131455399062E-2</c:v>
                </c:pt>
                <c:pt idx="142">
                  <c:v>9.154929577464789E-2</c:v>
                </c:pt>
                <c:pt idx="143">
                  <c:v>7.5117370892018781E-2</c:v>
                </c:pt>
                <c:pt idx="144">
                  <c:v>7.5117370892018781E-2</c:v>
                </c:pt>
                <c:pt idx="145">
                  <c:v>7.2769953051643188E-2</c:v>
                </c:pt>
                <c:pt idx="146">
                  <c:v>8.2159624413145546E-2</c:v>
                </c:pt>
                <c:pt idx="147">
                  <c:v>7.5117370892018781E-2</c:v>
                </c:pt>
                <c:pt idx="148">
                  <c:v>5.39906103286385E-2</c:v>
                </c:pt>
                <c:pt idx="149">
                  <c:v>8.2159624413145546E-2</c:v>
                </c:pt>
                <c:pt idx="150">
                  <c:v>8.2051282051282051E-2</c:v>
                </c:pt>
                <c:pt idx="151">
                  <c:v>6.4102564102564097E-2</c:v>
                </c:pt>
                <c:pt idx="152">
                  <c:v>4.8717948717948718E-2</c:v>
                </c:pt>
                <c:pt idx="153">
                  <c:v>7.6923076923076927E-2</c:v>
                </c:pt>
                <c:pt idx="154">
                  <c:v>5.8974358974358973E-2</c:v>
                </c:pt>
                <c:pt idx="155">
                  <c:v>8.2051282051282051E-2</c:v>
                </c:pt>
                <c:pt idx="156">
                  <c:v>8.9743589743589744E-2</c:v>
                </c:pt>
                <c:pt idx="157">
                  <c:v>7.4358974358974358E-2</c:v>
                </c:pt>
                <c:pt idx="158">
                  <c:v>9.2307692307692313E-2</c:v>
                </c:pt>
                <c:pt idx="159">
                  <c:v>7.6923076923076927E-2</c:v>
                </c:pt>
                <c:pt idx="160">
                  <c:v>6.4102564102564097E-2</c:v>
                </c:pt>
                <c:pt idx="161">
                  <c:v>7.9487179487179482E-2</c:v>
                </c:pt>
                <c:pt idx="162">
                  <c:v>8.7179487179487175E-2</c:v>
                </c:pt>
                <c:pt idx="163">
                  <c:v>5.6410256410256411E-2</c:v>
                </c:pt>
                <c:pt idx="164">
                  <c:v>6.6666666666666666E-2</c:v>
                </c:pt>
                <c:pt idx="165">
                  <c:v>6.9230769230769235E-2</c:v>
                </c:pt>
                <c:pt idx="166">
                  <c:v>7.179487179487179E-2</c:v>
                </c:pt>
                <c:pt idx="167">
                  <c:v>5.128205128205128E-2</c:v>
                </c:pt>
                <c:pt idx="168">
                  <c:v>8.2051282051282051E-2</c:v>
                </c:pt>
                <c:pt idx="169">
                  <c:v>7.179487179487179E-2</c:v>
                </c:pt>
                <c:pt idx="170">
                  <c:v>7.179487179487179E-2</c:v>
                </c:pt>
                <c:pt idx="171">
                  <c:v>7.4358974358974358E-2</c:v>
                </c:pt>
                <c:pt idx="172">
                  <c:v>9.2307692307692313E-2</c:v>
                </c:pt>
                <c:pt idx="173">
                  <c:v>6.1538461538461542E-2</c:v>
                </c:pt>
                <c:pt idx="174">
                  <c:v>8.461538461538462E-2</c:v>
                </c:pt>
                <c:pt idx="175">
                  <c:v>6.6666666666666666E-2</c:v>
                </c:pt>
                <c:pt idx="176">
                  <c:v>6.1538461538461542E-2</c:v>
                </c:pt>
                <c:pt idx="177">
                  <c:v>8.2051282051282051E-2</c:v>
                </c:pt>
                <c:pt idx="178">
                  <c:v>7.4358974358974358E-2</c:v>
                </c:pt>
                <c:pt idx="179">
                  <c:v>5.6410256410256411E-2</c:v>
                </c:pt>
                <c:pt idx="180">
                  <c:v>9.4871794871794868E-2</c:v>
                </c:pt>
                <c:pt idx="181">
                  <c:v>4.4776119402985072E-2</c:v>
                </c:pt>
                <c:pt idx="182">
                  <c:v>6.5298507462686561E-2</c:v>
                </c:pt>
                <c:pt idx="183">
                  <c:v>7.4626865671641784E-2</c:v>
                </c:pt>
                <c:pt idx="184">
                  <c:v>8.5820895522388058E-2</c:v>
                </c:pt>
                <c:pt idx="185">
                  <c:v>6.7164179104477612E-2</c:v>
                </c:pt>
                <c:pt idx="186">
                  <c:v>8.5820895522388058E-2</c:v>
                </c:pt>
                <c:pt idx="187">
                  <c:v>6.5298507462686561E-2</c:v>
                </c:pt>
                <c:pt idx="188">
                  <c:v>9.8880597014925367E-2</c:v>
                </c:pt>
                <c:pt idx="189">
                  <c:v>9.8880597014925367E-2</c:v>
                </c:pt>
                <c:pt idx="190">
                  <c:v>9.7014925373134331E-2</c:v>
                </c:pt>
                <c:pt idx="191">
                  <c:v>0.12126865671641791</c:v>
                </c:pt>
                <c:pt idx="192">
                  <c:v>9.7014925373134331E-2</c:v>
                </c:pt>
                <c:pt idx="193">
                  <c:v>0.11567164179104478</c:v>
                </c:pt>
                <c:pt idx="194">
                  <c:v>0.14365671641791045</c:v>
                </c:pt>
                <c:pt idx="195">
                  <c:v>0.11380597014925373</c:v>
                </c:pt>
                <c:pt idx="196">
                  <c:v>0.13059701492537312</c:v>
                </c:pt>
                <c:pt idx="197">
                  <c:v>0.12313432835820895</c:v>
                </c:pt>
                <c:pt idx="198">
                  <c:v>0.13619402985074627</c:v>
                </c:pt>
                <c:pt idx="199">
                  <c:v>0.13619402985074627</c:v>
                </c:pt>
                <c:pt idx="200">
                  <c:v>0.14925373134328357</c:v>
                </c:pt>
                <c:pt idx="201">
                  <c:v>0.13992537313432835</c:v>
                </c:pt>
                <c:pt idx="202">
                  <c:v>0.16791044776119404</c:v>
                </c:pt>
                <c:pt idx="203">
                  <c:v>0.1455223880597015</c:v>
                </c:pt>
                <c:pt idx="204">
                  <c:v>0.16791044776119404</c:v>
                </c:pt>
                <c:pt idx="205">
                  <c:v>0.16417910447761194</c:v>
                </c:pt>
                <c:pt idx="206">
                  <c:v>0.15485074626865672</c:v>
                </c:pt>
                <c:pt idx="207">
                  <c:v>0.17164179104477612</c:v>
                </c:pt>
                <c:pt idx="208">
                  <c:v>0.18470149253731344</c:v>
                </c:pt>
                <c:pt idx="209">
                  <c:v>0.17350746268656717</c:v>
                </c:pt>
                <c:pt idx="210">
                  <c:v>0.21455223880597016</c:v>
                </c:pt>
                <c:pt idx="211">
                  <c:v>0.20149253731343283</c:v>
                </c:pt>
                <c:pt idx="212">
                  <c:v>0.16091954022988506</c:v>
                </c:pt>
                <c:pt idx="213">
                  <c:v>0.1235632183908046</c:v>
                </c:pt>
                <c:pt idx="214">
                  <c:v>0.14080459770114942</c:v>
                </c:pt>
                <c:pt idx="215">
                  <c:v>0.14367816091954022</c:v>
                </c:pt>
                <c:pt idx="216">
                  <c:v>0.13649425287356323</c:v>
                </c:pt>
                <c:pt idx="217">
                  <c:v>0.14080459770114942</c:v>
                </c:pt>
                <c:pt idx="218">
                  <c:v>0.12931034482758622</c:v>
                </c:pt>
                <c:pt idx="219">
                  <c:v>0.15373563218390804</c:v>
                </c:pt>
                <c:pt idx="220">
                  <c:v>0.14511494252873564</c:v>
                </c:pt>
                <c:pt idx="221">
                  <c:v>0.14942528735632185</c:v>
                </c:pt>
                <c:pt idx="222">
                  <c:v>0.14080459770114942</c:v>
                </c:pt>
                <c:pt idx="223">
                  <c:v>0.14511494252873564</c:v>
                </c:pt>
                <c:pt idx="224">
                  <c:v>0.13505747126436782</c:v>
                </c:pt>
                <c:pt idx="225">
                  <c:v>0.15517241379310345</c:v>
                </c:pt>
                <c:pt idx="226">
                  <c:v>0.14798850574712644</c:v>
                </c:pt>
                <c:pt idx="227">
                  <c:v>0.13649425287356323</c:v>
                </c:pt>
                <c:pt idx="228">
                  <c:v>0.15373563218390804</c:v>
                </c:pt>
                <c:pt idx="229">
                  <c:v>0.16666666666666666</c:v>
                </c:pt>
                <c:pt idx="230">
                  <c:v>0.15660919540229884</c:v>
                </c:pt>
                <c:pt idx="231">
                  <c:v>0.1206896551724138</c:v>
                </c:pt>
                <c:pt idx="232">
                  <c:v>0.14080459770114942</c:v>
                </c:pt>
                <c:pt idx="233">
                  <c:v>0.16522988505747127</c:v>
                </c:pt>
                <c:pt idx="234">
                  <c:v>0.13649425287356323</c:v>
                </c:pt>
                <c:pt idx="235">
                  <c:v>0.15229885057471265</c:v>
                </c:pt>
                <c:pt idx="236">
                  <c:v>0.16954022988505746</c:v>
                </c:pt>
                <c:pt idx="237">
                  <c:v>0.18247126436781611</c:v>
                </c:pt>
                <c:pt idx="238">
                  <c:v>0.14942528735632185</c:v>
                </c:pt>
                <c:pt idx="239">
                  <c:v>0.18821839080459771</c:v>
                </c:pt>
                <c:pt idx="240">
                  <c:v>8.4196891191709838E-2</c:v>
                </c:pt>
                <c:pt idx="241">
                  <c:v>8.937823834196891E-2</c:v>
                </c:pt>
                <c:pt idx="242">
                  <c:v>0.10816062176165803</c:v>
                </c:pt>
                <c:pt idx="243">
                  <c:v>0.11010362694300518</c:v>
                </c:pt>
                <c:pt idx="244">
                  <c:v>0.10686528497409327</c:v>
                </c:pt>
                <c:pt idx="245">
                  <c:v>9.6502590673575125E-2</c:v>
                </c:pt>
                <c:pt idx="246">
                  <c:v>9.7797927461139897E-2</c:v>
                </c:pt>
                <c:pt idx="247">
                  <c:v>0.11204663212435233</c:v>
                </c:pt>
                <c:pt idx="248">
                  <c:v>9.7150259067357511E-2</c:v>
                </c:pt>
                <c:pt idx="249">
                  <c:v>0.10492227979274611</c:v>
                </c:pt>
                <c:pt idx="250">
                  <c:v>0.1133419689119171</c:v>
                </c:pt>
                <c:pt idx="251">
                  <c:v>0.11398963730569948</c:v>
                </c:pt>
                <c:pt idx="252">
                  <c:v>0.11658031088082901</c:v>
                </c:pt>
                <c:pt idx="253">
                  <c:v>0.10880829015544041</c:v>
                </c:pt>
                <c:pt idx="254">
                  <c:v>0.11981865284974093</c:v>
                </c:pt>
                <c:pt idx="255">
                  <c:v>0.1172279792746114</c:v>
                </c:pt>
                <c:pt idx="256">
                  <c:v>0.11139896373056994</c:v>
                </c:pt>
                <c:pt idx="257">
                  <c:v>0.1211139896373057</c:v>
                </c:pt>
                <c:pt idx="258">
                  <c:v>0.14119170984455959</c:v>
                </c:pt>
                <c:pt idx="259">
                  <c:v>0.11917098445595854</c:v>
                </c:pt>
                <c:pt idx="260">
                  <c:v>0.12564766839378239</c:v>
                </c:pt>
                <c:pt idx="261">
                  <c:v>8.4844559585492224E-2</c:v>
                </c:pt>
                <c:pt idx="262">
                  <c:v>0.11398963730569948</c:v>
                </c:pt>
                <c:pt idx="263">
                  <c:v>8.8082901554404139E-2</c:v>
                </c:pt>
                <c:pt idx="264">
                  <c:v>9.9093264248704668E-2</c:v>
                </c:pt>
                <c:pt idx="265">
                  <c:v>0.10297927461139897</c:v>
                </c:pt>
                <c:pt idx="266">
                  <c:v>9.2616580310880825E-2</c:v>
                </c:pt>
                <c:pt idx="267">
                  <c:v>0.10103626943005181</c:v>
                </c:pt>
                <c:pt idx="268">
                  <c:v>9.7797927461139897E-2</c:v>
                </c:pt>
                <c:pt idx="269">
                  <c:v>9.585492227979274E-2</c:v>
                </c:pt>
                <c:pt idx="270">
                  <c:v>0.11917098445595854</c:v>
                </c:pt>
                <c:pt idx="271">
                  <c:v>0.19863680623174293</c:v>
                </c:pt>
                <c:pt idx="272">
                  <c:v>0.20934761441090555</c:v>
                </c:pt>
                <c:pt idx="273">
                  <c:v>0.19279454722492698</c:v>
                </c:pt>
                <c:pt idx="274">
                  <c:v>0.19376825705939629</c:v>
                </c:pt>
                <c:pt idx="275">
                  <c:v>0.1830574488802337</c:v>
                </c:pt>
                <c:pt idx="276">
                  <c:v>0.19182083739045763</c:v>
                </c:pt>
                <c:pt idx="277">
                  <c:v>0.186952288218111</c:v>
                </c:pt>
                <c:pt idx="278">
                  <c:v>0.19474196689386564</c:v>
                </c:pt>
                <c:pt idx="279">
                  <c:v>0.186952288218111</c:v>
                </c:pt>
                <c:pt idx="280">
                  <c:v>0.16747809152872445</c:v>
                </c:pt>
                <c:pt idx="281">
                  <c:v>0.15579357351509251</c:v>
                </c:pt>
                <c:pt idx="282">
                  <c:v>0.16358325219084713</c:v>
                </c:pt>
                <c:pt idx="283">
                  <c:v>0.1665043816942551</c:v>
                </c:pt>
                <c:pt idx="284">
                  <c:v>0.14995131450827653</c:v>
                </c:pt>
                <c:pt idx="285">
                  <c:v>0.14216163583252192</c:v>
                </c:pt>
                <c:pt idx="286">
                  <c:v>0.16163583252190847</c:v>
                </c:pt>
                <c:pt idx="287">
                  <c:v>0.13047711781888996</c:v>
                </c:pt>
                <c:pt idx="288">
                  <c:v>0.1450827653359299</c:v>
                </c:pt>
                <c:pt idx="289">
                  <c:v>0.12852969814995133</c:v>
                </c:pt>
                <c:pt idx="290">
                  <c:v>0.12755598831548198</c:v>
                </c:pt>
                <c:pt idx="291">
                  <c:v>0.10126582278481013</c:v>
                </c:pt>
                <c:pt idx="292">
                  <c:v>0.10223953261927946</c:v>
                </c:pt>
                <c:pt idx="293">
                  <c:v>0.10223953261927946</c:v>
                </c:pt>
                <c:pt idx="294">
                  <c:v>8.7633885102239531E-2</c:v>
                </c:pt>
                <c:pt idx="295">
                  <c:v>9.8344693281402148E-2</c:v>
                </c:pt>
                <c:pt idx="296">
                  <c:v>8.9581304771178191E-2</c:v>
                </c:pt>
                <c:pt idx="297">
                  <c:v>6.621226874391431E-2</c:v>
                </c:pt>
                <c:pt idx="298">
                  <c:v>7.3028237585199607E-2</c:v>
                </c:pt>
                <c:pt idx="299">
                  <c:v>7.108081791626096E-2</c:v>
                </c:pt>
                <c:pt idx="300">
                  <c:v>6.91333982473223E-2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C65-AF43-B828-59504A51631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461392"/>
        <c:axId val="4811376"/>
      </c:lineChart>
      <c:dateAx>
        <c:axId val="4461392"/>
        <c:scaling>
          <c:orientation val="minMax"/>
        </c:scaling>
        <c:delete val="0"/>
        <c:axPos val="b"/>
        <c:numFmt formatCode="m/d/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4811376"/>
        <c:crosses val="autoZero"/>
        <c:auto val="1"/>
        <c:lblOffset val="100"/>
        <c:baseTimeUnit val="days"/>
      </c:dateAx>
      <c:valAx>
        <c:axId val="48113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446139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DAU, MAU, WAU</a:t>
            </a:r>
            <a:endParaRPr lang="ru-RU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'Результат запроса'!$B$1</c:f>
              <c:strCache>
                <c:ptCount val="1"/>
                <c:pt idx="0">
                  <c:v>DAU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'Результат запроса'!$A$2:$A$304</c:f>
              <c:numCache>
                <c:formatCode>m/d/yy</c:formatCode>
                <c:ptCount val="303"/>
                <c:pt idx="0">
                  <c:v>44744</c:v>
                </c:pt>
                <c:pt idx="1">
                  <c:v>44745</c:v>
                </c:pt>
                <c:pt idx="2">
                  <c:v>44746</c:v>
                </c:pt>
                <c:pt idx="3">
                  <c:v>44747</c:v>
                </c:pt>
                <c:pt idx="4">
                  <c:v>44748</c:v>
                </c:pt>
                <c:pt idx="5">
                  <c:v>44749</c:v>
                </c:pt>
                <c:pt idx="6">
                  <c:v>44750</c:v>
                </c:pt>
                <c:pt idx="7">
                  <c:v>44751</c:v>
                </c:pt>
                <c:pt idx="8">
                  <c:v>44752</c:v>
                </c:pt>
                <c:pt idx="9">
                  <c:v>44753</c:v>
                </c:pt>
                <c:pt idx="10">
                  <c:v>44754</c:v>
                </c:pt>
                <c:pt idx="11">
                  <c:v>44755</c:v>
                </c:pt>
                <c:pt idx="12">
                  <c:v>44756</c:v>
                </c:pt>
                <c:pt idx="13">
                  <c:v>44757</c:v>
                </c:pt>
                <c:pt idx="14">
                  <c:v>44758</c:v>
                </c:pt>
                <c:pt idx="15">
                  <c:v>44759</c:v>
                </c:pt>
                <c:pt idx="16">
                  <c:v>44760</c:v>
                </c:pt>
                <c:pt idx="17">
                  <c:v>44761</c:v>
                </c:pt>
                <c:pt idx="18">
                  <c:v>44762</c:v>
                </c:pt>
                <c:pt idx="19">
                  <c:v>44763</c:v>
                </c:pt>
                <c:pt idx="20">
                  <c:v>44764</c:v>
                </c:pt>
                <c:pt idx="21">
                  <c:v>44765</c:v>
                </c:pt>
                <c:pt idx="22">
                  <c:v>44766</c:v>
                </c:pt>
                <c:pt idx="23">
                  <c:v>44767</c:v>
                </c:pt>
                <c:pt idx="24">
                  <c:v>44768</c:v>
                </c:pt>
                <c:pt idx="25">
                  <c:v>44769</c:v>
                </c:pt>
                <c:pt idx="26">
                  <c:v>44770</c:v>
                </c:pt>
                <c:pt idx="27">
                  <c:v>44771</c:v>
                </c:pt>
                <c:pt idx="28">
                  <c:v>44772</c:v>
                </c:pt>
                <c:pt idx="29">
                  <c:v>44773</c:v>
                </c:pt>
                <c:pt idx="30">
                  <c:v>44774</c:v>
                </c:pt>
                <c:pt idx="31">
                  <c:v>44775</c:v>
                </c:pt>
                <c:pt idx="32">
                  <c:v>44776</c:v>
                </c:pt>
                <c:pt idx="33">
                  <c:v>44777</c:v>
                </c:pt>
                <c:pt idx="34">
                  <c:v>44778</c:v>
                </c:pt>
                <c:pt idx="35">
                  <c:v>44779</c:v>
                </c:pt>
                <c:pt idx="36">
                  <c:v>44780</c:v>
                </c:pt>
                <c:pt idx="37">
                  <c:v>44781</c:v>
                </c:pt>
                <c:pt idx="38">
                  <c:v>44782</c:v>
                </c:pt>
                <c:pt idx="39">
                  <c:v>44783</c:v>
                </c:pt>
                <c:pt idx="40">
                  <c:v>44784</c:v>
                </c:pt>
                <c:pt idx="41">
                  <c:v>44785</c:v>
                </c:pt>
                <c:pt idx="42">
                  <c:v>44786</c:v>
                </c:pt>
                <c:pt idx="43">
                  <c:v>44787</c:v>
                </c:pt>
                <c:pt idx="44">
                  <c:v>44788</c:v>
                </c:pt>
                <c:pt idx="45">
                  <c:v>44789</c:v>
                </c:pt>
                <c:pt idx="46">
                  <c:v>44790</c:v>
                </c:pt>
                <c:pt idx="47">
                  <c:v>44791</c:v>
                </c:pt>
                <c:pt idx="48">
                  <c:v>44792</c:v>
                </c:pt>
                <c:pt idx="49">
                  <c:v>44793</c:v>
                </c:pt>
                <c:pt idx="50">
                  <c:v>44794</c:v>
                </c:pt>
                <c:pt idx="51">
                  <c:v>44795</c:v>
                </c:pt>
                <c:pt idx="52">
                  <c:v>44796</c:v>
                </c:pt>
                <c:pt idx="53">
                  <c:v>44797</c:v>
                </c:pt>
                <c:pt idx="54">
                  <c:v>44798</c:v>
                </c:pt>
                <c:pt idx="55">
                  <c:v>44799</c:v>
                </c:pt>
                <c:pt idx="56">
                  <c:v>44800</c:v>
                </c:pt>
                <c:pt idx="57">
                  <c:v>44801</c:v>
                </c:pt>
                <c:pt idx="58">
                  <c:v>44802</c:v>
                </c:pt>
                <c:pt idx="59">
                  <c:v>44803</c:v>
                </c:pt>
                <c:pt idx="60">
                  <c:v>44804</c:v>
                </c:pt>
                <c:pt idx="61">
                  <c:v>44805</c:v>
                </c:pt>
                <c:pt idx="62">
                  <c:v>44806</c:v>
                </c:pt>
                <c:pt idx="63">
                  <c:v>44807</c:v>
                </c:pt>
                <c:pt idx="64">
                  <c:v>44808</c:v>
                </c:pt>
                <c:pt idx="65">
                  <c:v>44809</c:v>
                </c:pt>
                <c:pt idx="66">
                  <c:v>44810</c:v>
                </c:pt>
                <c:pt idx="67">
                  <c:v>44811</c:v>
                </c:pt>
                <c:pt idx="68">
                  <c:v>44812</c:v>
                </c:pt>
                <c:pt idx="69">
                  <c:v>44813</c:v>
                </c:pt>
                <c:pt idx="70">
                  <c:v>44814</c:v>
                </c:pt>
                <c:pt idx="71">
                  <c:v>44815</c:v>
                </c:pt>
                <c:pt idx="72">
                  <c:v>44816</c:v>
                </c:pt>
                <c:pt idx="73">
                  <c:v>44817</c:v>
                </c:pt>
                <c:pt idx="74">
                  <c:v>44818</c:v>
                </c:pt>
                <c:pt idx="75">
                  <c:v>44819</c:v>
                </c:pt>
                <c:pt idx="76">
                  <c:v>44820</c:v>
                </c:pt>
                <c:pt idx="77">
                  <c:v>44821</c:v>
                </c:pt>
                <c:pt idx="78">
                  <c:v>44822</c:v>
                </c:pt>
                <c:pt idx="79">
                  <c:v>44823</c:v>
                </c:pt>
                <c:pt idx="80">
                  <c:v>44824</c:v>
                </c:pt>
                <c:pt idx="81">
                  <c:v>44825</c:v>
                </c:pt>
                <c:pt idx="82">
                  <c:v>44826</c:v>
                </c:pt>
                <c:pt idx="83">
                  <c:v>44827</c:v>
                </c:pt>
                <c:pt idx="84">
                  <c:v>44828</c:v>
                </c:pt>
                <c:pt idx="85">
                  <c:v>44829</c:v>
                </c:pt>
                <c:pt idx="86">
                  <c:v>44830</c:v>
                </c:pt>
                <c:pt idx="87">
                  <c:v>44831</c:v>
                </c:pt>
                <c:pt idx="88">
                  <c:v>44832</c:v>
                </c:pt>
                <c:pt idx="89">
                  <c:v>44833</c:v>
                </c:pt>
                <c:pt idx="90">
                  <c:v>44834</c:v>
                </c:pt>
                <c:pt idx="91">
                  <c:v>44835</c:v>
                </c:pt>
                <c:pt idx="92">
                  <c:v>44836</c:v>
                </c:pt>
                <c:pt idx="93">
                  <c:v>44837</c:v>
                </c:pt>
                <c:pt idx="94">
                  <c:v>44838</c:v>
                </c:pt>
                <c:pt idx="95">
                  <c:v>44839</c:v>
                </c:pt>
                <c:pt idx="96">
                  <c:v>44840</c:v>
                </c:pt>
                <c:pt idx="97">
                  <c:v>44841</c:v>
                </c:pt>
                <c:pt idx="98">
                  <c:v>44842</c:v>
                </c:pt>
                <c:pt idx="99">
                  <c:v>44843</c:v>
                </c:pt>
                <c:pt idx="100">
                  <c:v>44844</c:v>
                </c:pt>
                <c:pt idx="101">
                  <c:v>44845</c:v>
                </c:pt>
                <c:pt idx="102">
                  <c:v>44846</c:v>
                </c:pt>
                <c:pt idx="103">
                  <c:v>44847</c:v>
                </c:pt>
                <c:pt idx="104">
                  <c:v>44848</c:v>
                </c:pt>
                <c:pt idx="105">
                  <c:v>44849</c:v>
                </c:pt>
                <c:pt idx="106">
                  <c:v>44850</c:v>
                </c:pt>
                <c:pt idx="107">
                  <c:v>44851</c:v>
                </c:pt>
                <c:pt idx="108">
                  <c:v>44852</c:v>
                </c:pt>
                <c:pt idx="109">
                  <c:v>44853</c:v>
                </c:pt>
                <c:pt idx="110">
                  <c:v>44854</c:v>
                </c:pt>
                <c:pt idx="111">
                  <c:v>44855</c:v>
                </c:pt>
                <c:pt idx="112">
                  <c:v>44856</c:v>
                </c:pt>
                <c:pt idx="113">
                  <c:v>44857</c:v>
                </c:pt>
                <c:pt idx="114">
                  <c:v>44858</c:v>
                </c:pt>
                <c:pt idx="115">
                  <c:v>44859</c:v>
                </c:pt>
                <c:pt idx="116">
                  <c:v>44860</c:v>
                </c:pt>
                <c:pt idx="117">
                  <c:v>44861</c:v>
                </c:pt>
                <c:pt idx="118">
                  <c:v>44862</c:v>
                </c:pt>
                <c:pt idx="119">
                  <c:v>44863</c:v>
                </c:pt>
                <c:pt idx="120">
                  <c:v>44864</c:v>
                </c:pt>
                <c:pt idx="121">
                  <c:v>44865</c:v>
                </c:pt>
                <c:pt idx="122">
                  <c:v>44866</c:v>
                </c:pt>
                <c:pt idx="123">
                  <c:v>44867</c:v>
                </c:pt>
                <c:pt idx="124">
                  <c:v>44868</c:v>
                </c:pt>
                <c:pt idx="125">
                  <c:v>44869</c:v>
                </c:pt>
                <c:pt idx="126">
                  <c:v>44870</c:v>
                </c:pt>
                <c:pt idx="127">
                  <c:v>44871</c:v>
                </c:pt>
                <c:pt idx="128">
                  <c:v>44872</c:v>
                </c:pt>
                <c:pt idx="129">
                  <c:v>44873</c:v>
                </c:pt>
                <c:pt idx="130">
                  <c:v>44874</c:v>
                </c:pt>
                <c:pt idx="131">
                  <c:v>44875</c:v>
                </c:pt>
                <c:pt idx="132">
                  <c:v>44876</c:v>
                </c:pt>
                <c:pt idx="133">
                  <c:v>44877</c:v>
                </c:pt>
                <c:pt idx="134">
                  <c:v>44878</c:v>
                </c:pt>
                <c:pt idx="135">
                  <c:v>44879</c:v>
                </c:pt>
                <c:pt idx="136">
                  <c:v>44880</c:v>
                </c:pt>
                <c:pt idx="137">
                  <c:v>44881</c:v>
                </c:pt>
                <c:pt idx="138">
                  <c:v>44882</c:v>
                </c:pt>
                <c:pt idx="139">
                  <c:v>44883</c:v>
                </c:pt>
                <c:pt idx="140">
                  <c:v>44884</c:v>
                </c:pt>
                <c:pt idx="141">
                  <c:v>44885</c:v>
                </c:pt>
                <c:pt idx="142">
                  <c:v>44886</c:v>
                </c:pt>
                <c:pt idx="143">
                  <c:v>44887</c:v>
                </c:pt>
                <c:pt idx="144">
                  <c:v>44888</c:v>
                </c:pt>
                <c:pt idx="145">
                  <c:v>44889</c:v>
                </c:pt>
                <c:pt idx="146">
                  <c:v>44890</c:v>
                </c:pt>
                <c:pt idx="147">
                  <c:v>44891</c:v>
                </c:pt>
                <c:pt idx="148">
                  <c:v>44892</c:v>
                </c:pt>
                <c:pt idx="149">
                  <c:v>44893</c:v>
                </c:pt>
                <c:pt idx="150">
                  <c:v>44894</c:v>
                </c:pt>
                <c:pt idx="151">
                  <c:v>44895</c:v>
                </c:pt>
                <c:pt idx="152">
                  <c:v>44896</c:v>
                </c:pt>
                <c:pt idx="153">
                  <c:v>44897</c:v>
                </c:pt>
                <c:pt idx="154">
                  <c:v>44898</c:v>
                </c:pt>
                <c:pt idx="155">
                  <c:v>44899</c:v>
                </c:pt>
                <c:pt idx="156">
                  <c:v>44900</c:v>
                </c:pt>
                <c:pt idx="157">
                  <c:v>44901</c:v>
                </c:pt>
                <c:pt idx="158">
                  <c:v>44902</c:v>
                </c:pt>
                <c:pt idx="159">
                  <c:v>44903</c:v>
                </c:pt>
                <c:pt idx="160">
                  <c:v>44904</c:v>
                </c:pt>
                <c:pt idx="161">
                  <c:v>44905</c:v>
                </c:pt>
                <c:pt idx="162">
                  <c:v>44906</c:v>
                </c:pt>
                <c:pt idx="163">
                  <c:v>44907</c:v>
                </c:pt>
                <c:pt idx="164">
                  <c:v>44908</c:v>
                </c:pt>
                <c:pt idx="165">
                  <c:v>44909</c:v>
                </c:pt>
                <c:pt idx="166">
                  <c:v>44910</c:v>
                </c:pt>
                <c:pt idx="167">
                  <c:v>44911</c:v>
                </c:pt>
                <c:pt idx="168">
                  <c:v>44912</c:v>
                </c:pt>
                <c:pt idx="169">
                  <c:v>44913</c:v>
                </c:pt>
                <c:pt idx="170">
                  <c:v>44914</c:v>
                </c:pt>
                <c:pt idx="171">
                  <c:v>44915</c:v>
                </c:pt>
                <c:pt idx="172">
                  <c:v>44916</c:v>
                </c:pt>
                <c:pt idx="173">
                  <c:v>44917</c:v>
                </c:pt>
                <c:pt idx="174">
                  <c:v>44918</c:v>
                </c:pt>
                <c:pt idx="175">
                  <c:v>44919</c:v>
                </c:pt>
                <c:pt idx="176">
                  <c:v>44920</c:v>
                </c:pt>
                <c:pt idx="177">
                  <c:v>44921</c:v>
                </c:pt>
                <c:pt idx="178">
                  <c:v>44922</c:v>
                </c:pt>
                <c:pt idx="179">
                  <c:v>44923</c:v>
                </c:pt>
                <c:pt idx="180">
                  <c:v>44924</c:v>
                </c:pt>
                <c:pt idx="181">
                  <c:v>44925</c:v>
                </c:pt>
                <c:pt idx="182">
                  <c:v>44926</c:v>
                </c:pt>
                <c:pt idx="183">
                  <c:v>44927</c:v>
                </c:pt>
                <c:pt idx="184">
                  <c:v>44928</c:v>
                </c:pt>
                <c:pt idx="185">
                  <c:v>44929</c:v>
                </c:pt>
                <c:pt idx="186">
                  <c:v>44930</c:v>
                </c:pt>
                <c:pt idx="187">
                  <c:v>44931</c:v>
                </c:pt>
                <c:pt idx="188">
                  <c:v>44932</c:v>
                </c:pt>
                <c:pt idx="189">
                  <c:v>44933</c:v>
                </c:pt>
                <c:pt idx="190">
                  <c:v>44934</c:v>
                </c:pt>
                <c:pt idx="191">
                  <c:v>44935</c:v>
                </c:pt>
                <c:pt idx="192">
                  <c:v>44936</c:v>
                </c:pt>
                <c:pt idx="193">
                  <c:v>44937</c:v>
                </c:pt>
                <c:pt idx="194">
                  <c:v>44938</c:v>
                </c:pt>
                <c:pt idx="195">
                  <c:v>44939</c:v>
                </c:pt>
                <c:pt idx="196">
                  <c:v>44940</c:v>
                </c:pt>
                <c:pt idx="197">
                  <c:v>44941</c:v>
                </c:pt>
                <c:pt idx="198">
                  <c:v>44942</c:v>
                </c:pt>
                <c:pt idx="199">
                  <c:v>44943</c:v>
                </c:pt>
                <c:pt idx="200">
                  <c:v>44944</c:v>
                </c:pt>
                <c:pt idx="201">
                  <c:v>44945</c:v>
                </c:pt>
                <c:pt idx="202">
                  <c:v>44946</c:v>
                </c:pt>
                <c:pt idx="203">
                  <c:v>44947</c:v>
                </c:pt>
                <c:pt idx="204">
                  <c:v>44948</c:v>
                </c:pt>
                <c:pt idx="205">
                  <c:v>44949</c:v>
                </c:pt>
                <c:pt idx="206">
                  <c:v>44950</c:v>
                </c:pt>
                <c:pt idx="207">
                  <c:v>44951</c:v>
                </c:pt>
                <c:pt idx="208">
                  <c:v>44952</c:v>
                </c:pt>
                <c:pt idx="209">
                  <c:v>44953</c:v>
                </c:pt>
                <c:pt idx="210">
                  <c:v>44954</c:v>
                </c:pt>
                <c:pt idx="211">
                  <c:v>44955</c:v>
                </c:pt>
                <c:pt idx="212">
                  <c:v>44956</c:v>
                </c:pt>
                <c:pt idx="213">
                  <c:v>44957</c:v>
                </c:pt>
                <c:pt idx="214">
                  <c:v>44958</c:v>
                </c:pt>
                <c:pt idx="215">
                  <c:v>44959</c:v>
                </c:pt>
                <c:pt idx="216">
                  <c:v>44960</c:v>
                </c:pt>
                <c:pt idx="217">
                  <c:v>44961</c:v>
                </c:pt>
                <c:pt idx="218">
                  <c:v>44962</c:v>
                </c:pt>
                <c:pt idx="219">
                  <c:v>44963</c:v>
                </c:pt>
                <c:pt idx="220">
                  <c:v>44964</c:v>
                </c:pt>
                <c:pt idx="221">
                  <c:v>44965</c:v>
                </c:pt>
                <c:pt idx="222">
                  <c:v>44966</c:v>
                </c:pt>
                <c:pt idx="223">
                  <c:v>44967</c:v>
                </c:pt>
                <c:pt idx="224">
                  <c:v>44968</c:v>
                </c:pt>
                <c:pt idx="225">
                  <c:v>44969</c:v>
                </c:pt>
                <c:pt idx="226">
                  <c:v>44970</c:v>
                </c:pt>
                <c:pt idx="227">
                  <c:v>44971</c:v>
                </c:pt>
                <c:pt idx="228">
                  <c:v>44972</c:v>
                </c:pt>
                <c:pt idx="229">
                  <c:v>44973</c:v>
                </c:pt>
                <c:pt idx="230">
                  <c:v>44974</c:v>
                </c:pt>
                <c:pt idx="231">
                  <c:v>44975</c:v>
                </c:pt>
                <c:pt idx="232">
                  <c:v>44976</c:v>
                </c:pt>
                <c:pt idx="233">
                  <c:v>44977</c:v>
                </c:pt>
                <c:pt idx="234">
                  <c:v>44978</c:v>
                </c:pt>
                <c:pt idx="235">
                  <c:v>44979</c:v>
                </c:pt>
                <c:pt idx="236">
                  <c:v>44980</c:v>
                </c:pt>
                <c:pt idx="237">
                  <c:v>44981</c:v>
                </c:pt>
                <c:pt idx="238">
                  <c:v>44982</c:v>
                </c:pt>
                <c:pt idx="239">
                  <c:v>44983</c:v>
                </c:pt>
                <c:pt idx="240">
                  <c:v>44984</c:v>
                </c:pt>
                <c:pt idx="241">
                  <c:v>44985</c:v>
                </c:pt>
                <c:pt idx="242">
                  <c:v>44986</c:v>
                </c:pt>
                <c:pt idx="243">
                  <c:v>44987</c:v>
                </c:pt>
                <c:pt idx="244">
                  <c:v>44988</c:v>
                </c:pt>
                <c:pt idx="245">
                  <c:v>44989</c:v>
                </c:pt>
                <c:pt idx="246">
                  <c:v>44990</c:v>
                </c:pt>
                <c:pt idx="247">
                  <c:v>44991</c:v>
                </c:pt>
                <c:pt idx="248">
                  <c:v>44992</c:v>
                </c:pt>
                <c:pt idx="249">
                  <c:v>44993</c:v>
                </c:pt>
                <c:pt idx="250">
                  <c:v>44994</c:v>
                </c:pt>
                <c:pt idx="251">
                  <c:v>44995</c:v>
                </c:pt>
                <c:pt idx="252">
                  <c:v>44996</c:v>
                </c:pt>
                <c:pt idx="253">
                  <c:v>44997</c:v>
                </c:pt>
                <c:pt idx="254">
                  <c:v>44998</c:v>
                </c:pt>
                <c:pt idx="255">
                  <c:v>44999</c:v>
                </c:pt>
                <c:pt idx="256">
                  <c:v>45000</c:v>
                </c:pt>
                <c:pt idx="257">
                  <c:v>45001</c:v>
                </c:pt>
                <c:pt idx="258">
                  <c:v>45002</c:v>
                </c:pt>
                <c:pt idx="259">
                  <c:v>45003</c:v>
                </c:pt>
                <c:pt idx="260">
                  <c:v>45004</c:v>
                </c:pt>
                <c:pt idx="261">
                  <c:v>45005</c:v>
                </c:pt>
                <c:pt idx="262">
                  <c:v>45006</c:v>
                </c:pt>
                <c:pt idx="263">
                  <c:v>45007</c:v>
                </c:pt>
                <c:pt idx="264">
                  <c:v>45008</c:v>
                </c:pt>
                <c:pt idx="265">
                  <c:v>45009</c:v>
                </c:pt>
                <c:pt idx="266">
                  <c:v>45010</c:v>
                </c:pt>
                <c:pt idx="267">
                  <c:v>45011</c:v>
                </c:pt>
                <c:pt idx="268">
                  <c:v>45012</c:v>
                </c:pt>
                <c:pt idx="269">
                  <c:v>45013</c:v>
                </c:pt>
                <c:pt idx="270">
                  <c:v>45014</c:v>
                </c:pt>
                <c:pt idx="271">
                  <c:v>45015</c:v>
                </c:pt>
                <c:pt idx="272">
                  <c:v>45016</c:v>
                </c:pt>
                <c:pt idx="273">
                  <c:v>45017</c:v>
                </c:pt>
                <c:pt idx="274">
                  <c:v>45018</c:v>
                </c:pt>
                <c:pt idx="275">
                  <c:v>45019</c:v>
                </c:pt>
                <c:pt idx="276">
                  <c:v>45020</c:v>
                </c:pt>
                <c:pt idx="277">
                  <c:v>45021</c:v>
                </c:pt>
                <c:pt idx="278">
                  <c:v>45022</c:v>
                </c:pt>
                <c:pt idx="279">
                  <c:v>45023</c:v>
                </c:pt>
                <c:pt idx="280">
                  <c:v>45024</c:v>
                </c:pt>
                <c:pt idx="281">
                  <c:v>45025</c:v>
                </c:pt>
                <c:pt idx="282">
                  <c:v>45026</c:v>
                </c:pt>
                <c:pt idx="283">
                  <c:v>45027</c:v>
                </c:pt>
                <c:pt idx="284">
                  <c:v>45028</c:v>
                </c:pt>
                <c:pt idx="285">
                  <c:v>45029</c:v>
                </c:pt>
                <c:pt idx="286">
                  <c:v>45030</c:v>
                </c:pt>
                <c:pt idx="287">
                  <c:v>45031</c:v>
                </c:pt>
                <c:pt idx="288">
                  <c:v>45032</c:v>
                </c:pt>
                <c:pt idx="289">
                  <c:v>45033</c:v>
                </c:pt>
                <c:pt idx="290">
                  <c:v>45034</c:v>
                </c:pt>
                <c:pt idx="291">
                  <c:v>45035</c:v>
                </c:pt>
                <c:pt idx="292">
                  <c:v>45036</c:v>
                </c:pt>
                <c:pt idx="293">
                  <c:v>45037</c:v>
                </c:pt>
                <c:pt idx="294">
                  <c:v>45038</c:v>
                </c:pt>
                <c:pt idx="295">
                  <c:v>45039</c:v>
                </c:pt>
                <c:pt idx="296">
                  <c:v>45040</c:v>
                </c:pt>
                <c:pt idx="297">
                  <c:v>45041</c:v>
                </c:pt>
                <c:pt idx="298">
                  <c:v>45042</c:v>
                </c:pt>
                <c:pt idx="299">
                  <c:v>45043</c:v>
                </c:pt>
                <c:pt idx="300">
                  <c:v>45044</c:v>
                </c:pt>
                <c:pt idx="301">
                  <c:v>45045</c:v>
                </c:pt>
                <c:pt idx="302">
                  <c:v>45046</c:v>
                </c:pt>
              </c:numCache>
            </c:numRef>
          </c:cat>
          <c:val>
            <c:numRef>
              <c:f>'Результат запроса'!$B$2:$B$304</c:f>
              <c:numCache>
                <c:formatCode>#,##0</c:formatCode>
                <c:ptCount val="303"/>
                <c:pt idx="0">
                  <c:v>3</c:v>
                </c:pt>
                <c:pt idx="1">
                  <c:v>6</c:v>
                </c:pt>
                <c:pt idx="2">
                  <c:v>5</c:v>
                </c:pt>
                <c:pt idx="3">
                  <c:v>10</c:v>
                </c:pt>
                <c:pt idx="4">
                  <c:v>5</c:v>
                </c:pt>
                <c:pt idx="5">
                  <c:v>13</c:v>
                </c:pt>
                <c:pt idx="6">
                  <c:v>22</c:v>
                </c:pt>
                <c:pt idx="7">
                  <c:v>22</c:v>
                </c:pt>
                <c:pt idx="8">
                  <c:v>26</c:v>
                </c:pt>
                <c:pt idx="9">
                  <c:v>23</c:v>
                </c:pt>
                <c:pt idx="10">
                  <c:v>24</c:v>
                </c:pt>
                <c:pt idx="11">
                  <c:v>30</c:v>
                </c:pt>
                <c:pt idx="12">
                  <c:v>32</c:v>
                </c:pt>
                <c:pt idx="13">
                  <c:v>25</c:v>
                </c:pt>
                <c:pt idx="14">
                  <c:v>34</c:v>
                </c:pt>
                <c:pt idx="15">
                  <c:v>39</c:v>
                </c:pt>
                <c:pt idx="16">
                  <c:v>22</c:v>
                </c:pt>
                <c:pt idx="17">
                  <c:v>38</c:v>
                </c:pt>
                <c:pt idx="18">
                  <c:v>34</c:v>
                </c:pt>
                <c:pt idx="19">
                  <c:v>50</c:v>
                </c:pt>
                <c:pt idx="20">
                  <c:v>43</c:v>
                </c:pt>
                <c:pt idx="21">
                  <c:v>43</c:v>
                </c:pt>
                <c:pt idx="22">
                  <c:v>53</c:v>
                </c:pt>
                <c:pt idx="23">
                  <c:v>63</c:v>
                </c:pt>
                <c:pt idx="24">
                  <c:v>48</c:v>
                </c:pt>
                <c:pt idx="25">
                  <c:v>59</c:v>
                </c:pt>
                <c:pt idx="26">
                  <c:v>59</c:v>
                </c:pt>
                <c:pt idx="27">
                  <c:v>61</c:v>
                </c:pt>
                <c:pt idx="28">
                  <c:v>64</c:v>
                </c:pt>
                <c:pt idx="29">
                  <c:v>64</c:v>
                </c:pt>
                <c:pt idx="30">
                  <c:v>52</c:v>
                </c:pt>
                <c:pt idx="31">
                  <c:v>62</c:v>
                </c:pt>
                <c:pt idx="32">
                  <c:v>55</c:v>
                </c:pt>
                <c:pt idx="33">
                  <c:v>60</c:v>
                </c:pt>
                <c:pt idx="34">
                  <c:v>52</c:v>
                </c:pt>
                <c:pt idx="35">
                  <c:v>62</c:v>
                </c:pt>
                <c:pt idx="36">
                  <c:v>59</c:v>
                </c:pt>
                <c:pt idx="37">
                  <c:v>58</c:v>
                </c:pt>
                <c:pt idx="38">
                  <c:v>53</c:v>
                </c:pt>
                <c:pt idx="39">
                  <c:v>55</c:v>
                </c:pt>
                <c:pt idx="40">
                  <c:v>65</c:v>
                </c:pt>
                <c:pt idx="41">
                  <c:v>54</c:v>
                </c:pt>
                <c:pt idx="42">
                  <c:v>74</c:v>
                </c:pt>
                <c:pt idx="43">
                  <c:v>59</c:v>
                </c:pt>
                <c:pt idx="44">
                  <c:v>54</c:v>
                </c:pt>
                <c:pt idx="45">
                  <c:v>68</c:v>
                </c:pt>
                <c:pt idx="46">
                  <c:v>59</c:v>
                </c:pt>
                <c:pt idx="47">
                  <c:v>61</c:v>
                </c:pt>
                <c:pt idx="48">
                  <c:v>58</c:v>
                </c:pt>
                <c:pt idx="49">
                  <c:v>67</c:v>
                </c:pt>
                <c:pt idx="50">
                  <c:v>62</c:v>
                </c:pt>
                <c:pt idx="51">
                  <c:v>53</c:v>
                </c:pt>
                <c:pt idx="52">
                  <c:v>60</c:v>
                </c:pt>
                <c:pt idx="53">
                  <c:v>67</c:v>
                </c:pt>
                <c:pt idx="54">
                  <c:v>67</c:v>
                </c:pt>
                <c:pt idx="55">
                  <c:v>61</c:v>
                </c:pt>
                <c:pt idx="56">
                  <c:v>63</c:v>
                </c:pt>
                <c:pt idx="57">
                  <c:v>61</c:v>
                </c:pt>
                <c:pt idx="58">
                  <c:v>54</c:v>
                </c:pt>
                <c:pt idx="59">
                  <c:v>72</c:v>
                </c:pt>
                <c:pt idx="60">
                  <c:v>54</c:v>
                </c:pt>
                <c:pt idx="61">
                  <c:v>66</c:v>
                </c:pt>
                <c:pt idx="62">
                  <c:v>61</c:v>
                </c:pt>
                <c:pt idx="63">
                  <c:v>58</c:v>
                </c:pt>
                <c:pt idx="64">
                  <c:v>64</c:v>
                </c:pt>
                <c:pt idx="65">
                  <c:v>62</c:v>
                </c:pt>
                <c:pt idx="66">
                  <c:v>46</c:v>
                </c:pt>
                <c:pt idx="67">
                  <c:v>49</c:v>
                </c:pt>
                <c:pt idx="68">
                  <c:v>59</c:v>
                </c:pt>
                <c:pt idx="69">
                  <c:v>60</c:v>
                </c:pt>
                <c:pt idx="70">
                  <c:v>53</c:v>
                </c:pt>
                <c:pt idx="71">
                  <c:v>61</c:v>
                </c:pt>
                <c:pt idx="72">
                  <c:v>58</c:v>
                </c:pt>
                <c:pt idx="73">
                  <c:v>64</c:v>
                </c:pt>
                <c:pt idx="74">
                  <c:v>65</c:v>
                </c:pt>
                <c:pt idx="75">
                  <c:v>74</c:v>
                </c:pt>
                <c:pt idx="76">
                  <c:v>58</c:v>
                </c:pt>
                <c:pt idx="77">
                  <c:v>62</c:v>
                </c:pt>
                <c:pt idx="78">
                  <c:v>69</c:v>
                </c:pt>
                <c:pt idx="79">
                  <c:v>66</c:v>
                </c:pt>
                <c:pt idx="80">
                  <c:v>67</c:v>
                </c:pt>
                <c:pt idx="81">
                  <c:v>71</c:v>
                </c:pt>
                <c:pt idx="82">
                  <c:v>67</c:v>
                </c:pt>
                <c:pt idx="83">
                  <c:v>55</c:v>
                </c:pt>
                <c:pt idx="84">
                  <c:v>58</c:v>
                </c:pt>
                <c:pt idx="85">
                  <c:v>73</c:v>
                </c:pt>
                <c:pt idx="86">
                  <c:v>58</c:v>
                </c:pt>
                <c:pt idx="87">
                  <c:v>76</c:v>
                </c:pt>
                <c:pt idx="88">
                  <c:v>62</c:v>
                </c:pt>
                <c:pt idx="89">
                  <c:v>66</c:v>
                </c:pt>
                <c:pt idx="90">
                  <c:v>59</c:v>
                </c:pt>
                <c:pt idx="91">
                  <c:v>61</c:v>
                </c:pt>
                <c:pt idx="92">
                  <c:v>52</c:v>
                </c:pt>
                <c:pt idx="93">
                  <c:v>69</c:v>
                </c:pt>
                <c:pt idx="94">
                  <c:v>70</c:v>
                </c:pt>
                <c:pt idx="95">
                  <c:v>45</c:v>
                </c:pt>
                <c:pt idx="96">
                  <c:v>77</c:v>
                </c:pt>
                <c:pt idx="97">
                  <c:v>61</c:v>
                </c:pt>
                <c:pt idx="98">
                  <c:v>56</c:v>
                </c:pt>
                <c:pt idx="99">
                  <c:v>66</c:v>
                </c:pt>
                <c:pt idx="100">
                  <c:v>51</c:v>
                </c:pt>
                <c:pt idx="101">
                  <c:v>59</c:v>
                </c:pt>
                <c:pt idx="102">
                  <c:v>65</c:v>
                </c:pt>
                <c:pt idx="103">
                  <c:v>53</c:v>
                </c:pt>
                <c:pt idx="104">
                  <c:v>72</c:v>
                </c:pt>
                <c:pt idx="105">
                  <c:v>62</c:v>
                </c:pt>
                <c:pt idx="106">
                  <c:v>62</c:v>
                </c:pt>
                <c:pt idx="107">
                  <c:v>70</c:v>
                </c:pt>
                <c:pt idx="108">
                  <c:v>62</c:v>
                </c:pt>
                <c:pt idx="109">
                  <c:v>82</c:v>
                </c:pt>
                <c:pt idx="110">
                  <c:v>52</c:v>
                </c:pt>
                <c:pt idx="111">
                  <c:v>65</c:v>
                </c:pt>
                <c:pt idx="112">
                  <c:v>64</c:v>
                </c:pt>
                <c:pt idx="113">
                  <c:v>57</c:v>
                </c:pt>
                <c:pt idx="114">
                  <c:v>58</c:v>
                </c:pt>
                <c:pt idx="115">
                  <c:v>66</c:v>
                </c:pt>
                <c:pt idx="116">
                  <c:v>60</c:v>
                </c:pt>
                <c:pt idx="117">
                  <c:v>55</c:v>
                </c:pt>
                <c:pt idx="118">
                  <c:v>65</c:v>
                </c:pt>
                <c:pt idx="119">
                  <c:v>54</c:v>
                </c:pt>
                <c:pt idx="120">
                  <c:v>66</c:v>
                </c:pt>
                <c:pt idx="121">
                  <c:v>72</c:v>
                </c:pt>
                <c:pt idx="122">
                  <c:v>58</c:v>
                </c:pt>
                <c:pt idx="123">
                  <c:v>55</c:v>
                </c:pt>
                <c:pt idx="124">
                  <c:v>56</c:v>
                </c:pt>
                <c:pt idx="125">
                  <c:v>63</c:v>
                </c:pt>
                <c:pt idx="126">
                  <c:v>69</c:v>
                </c:pt>
                <c:pt idx="127">
                  <c:v>62</c:v>
                </c:pt>
                <c:pt idx="128">
                  <c:v>60</c:v>
                </c:pt>
                <c:pt idx="129">
                  <c:v>60</c:v>
                </c:pt>
                <c:pt idx="130">
                  <c:v>60</c:v>
                </c:pt>
                <c:pt idx="131">
                  <c:v>55</c:v>
                </c:pt>
                <c:pt idx="132">
                  <c:v>62</c:v>
                </c:pt>
                <c:pt idx="133">
                  <c:v>53</c:v>
                </c:pt>
                <c:pt idx="134">
                  <c:v>54</c:v>
                </c:pt>
                <c:pt idx="135">
                  <c:v>46</c:v>
                </c:pt>
                <c:pt idx="136">
                  <c:v>55</c:v>
                </c:pt>
                <c:pt idx="137">
                  <c:v>51</c:v>
                </c:pt>
                <c:pt idx="138">
                  <c:v>58</c:v>
                </c:pt>
                <c:pt idx="139">
                  <c:v>51</c:v>
                </c:pt>
                <c:pt idx="140">
                  <c:v>40</c:v>
                </c:pt>
                <c:pt idx="141">
                  <c:v>50</c:v>
                </c:pt>
                <c:pt idx="142">
                  <c:v>34</c:v>
                </c:pt>
                <c:pt idx="143">
                  <c:v>41</c:v>
                </c:pt>
                <c:pt idx="144">
                  <c:v>39</c:v>
                </c:pt>
                <c:pt idx="145">
                  <c:v>32</c:v>
                </c:pt>
                <c:pt idx="146">
                  <c:v>32</c:v>
                </c:pt>
                <c:pt idx="147">
                  <c:v>31</c:v>
                </c:pt>
                <c:pt idx="148">
                  <c:v>35</c:v>
                </c:pt>
                <c:pt idx="149">
                  <c:v>32</c:v>
                </c:pt>
                <c:pt idx="150">
                  <c:v>23</c:v>
                </c:pt>
                <c:pt idx="151">
                  <c:v>35</c:v>
                </c:pt>
                <c:pt idx="152">
                  <c:v>32</c:v>
                </c:pt>
                <c:pt idx="153">
                  <c:v>25</c:v>
                </c:pt>
                <c:pt idx="154">
                  <c:v>19</c:v>
                </c:pt>
                <c:pt idx="155">
                  <c:v>30</c:v>
                </c:pt>
                <c:pt idx="156">
                  <c:v>23</c:v>
                </c:pt>
                <c:pt idx="157">
                  <c:v>32</c:v>
                </c:pt>
                <c:pt idx="158">
                  <c:v>35</c:v>
                </c:pt>
                <c:pt idx="159">
                  <c:v>29</c:v>
                </c:pt>
                <c:pt idx="160">
                  <c:v>36</c:v>
                </c:pt>
                <c:pt idx="161">
                  <c:v>30</c:v>
                </c:pt>
                <c:pt idx="162">
                  <c:v>25</c:v>
                </c:pt>
                <c:pt idx="163">
                  <c:v>31</c:v>
                </c:pt>
                <c:pt idx="164">
                  <c:v>34</c:v>
                </c:pt>
                <c:pt idx="165">
                  <c:v>22</c:v>
                </c:pt>
                <c:pt idx="166">
                  <c:v>26</c:v>
                </c:pt>
                <c:pt idx="167">
                  <c:v>27</c:v>
                </c:pt>
                <c:pt idx="168">
                  <c:v>28</c:v>
                </c:pt>
                <c:pt idx="169">
                  <c:v>20</c:v>
                </c:pt>
                <c:pt idx="170">
                  <c:v>32</c:v>
                </c:pt>
                <c:pt idx="171">
                  <c:v>28</c:v>
                </c:pt>
                <c:pt idx="172">
                  <c:v>28</c:v>
                </c:pt>
                <c:pt idx="173">
                  <c:v>29</c:v>
                </c:pt>
                <c:pt idx="174">
                  <c:v>36</c:v>
                </c:pt>
                <c:pt idx="175">
                  <c:v>24</c:v>
                </c:pt>
                <c:pt idx="176">
                  <c:v>33</c:v>
                </c:pt>
                <c:pt idx="177">
                  <c:v>26</c:v>
                </c:pt>
                <c:pt idx="178">
                  <c:v>24</c:v>
                </c:pt>
                <c:pt idx="179">
                  <c:v>32</c:v>
                </c:pt>
                <c:pt idx="180">
                  <c:v>29</c:v>
                </c:pt>
                <c:pt idx="181">
                  <c:v>22</c:v>
                </c:pt>
                <c:pt idx="182">
                  <c:v>37</c:v>
                </c:pt>
                <c:pt idx="183">
                  <c:v>24</c:v>
                </c:pt>
                <c:pt idx="184">
                  <c:v>35</c:v>
                </c:pt>
                <c:pt idx="185">
                  <c:v>40</c:v>
                </c:pt>
                <c:pt idx="186">
                  <c:v>46</c:v>
                </c:pt>
                <c:pt idx="187">
                  <c:v>36</c:v>
                </c:pt>
                <c:pt idx="188">
                  <c:v>46</c:v>
                </c:pt>
                <c:pt idx="189">
                  <c:v>35</c:v>
                </c:pt>
                <c:pt idx="190">
                  <c:v>53</c:v>
                </c:pt>
                <c:pt idx="191">
                  <c:v>53</c:v>
                </c:pt>
                <c:pt idx="192">
                  <c:v>52</c:v>
                </c:pt>
                <c:pt idx="193">
                  <c:v>65</c:v>
                </c:pt>
                <c:pt idx="194">
                  <c:v>52</c:v>
                </c:pt>
                <c:pt idx="195">
                  <c:v>62</c:v>
                </c:pt>
                <c:pt idx="196">
                  <c:v>77</c:v>
                </c:pt>
                <c:pt idx="197">
                  <c:v>61</c:v>
                </c:pt>
                <c:pt idx="198">
                  <c:v>70</c:v>
                </c:pt>
                <c:pt idx="199">
                  <c:v>66</c:v>
                </c:pt>
                <c:pt idx="200">
                  <c:v>73</c:v>
                </c:pt>
                <c:pt idx="201">
                  <c:v>73</c:v>
                </c:pt>
                <c:pt idx="202">
                  <c:v>80</c:v>
                </c:pt>
                <c:pt idx="203">
                  <c:v>75</c:v>
                </c:pt>
                <c:pt idx="204">
                  <c:v>90</c:v>
                </c:pt>
                <c:pt idx="205">
                  <c:v>78</c:v>
                </c:pt>
                <c:pt idx="206">
                  <c:v>90</c:v>
                </c:pt>
                <c:pt idx="207">
                  <c:v>88</c:v>
                </c:pt>
                <c:pt idx="208">
                  <c:v>83</c:v>
                </c:pt>
                <c:pt idx="209">
                  <c:v>92</c:v>
                </c:pt>
                <c:pt idx="210">
                  <c:v>99</c:v>
                </c:pt>
                <c:pt idx="211">
                  <c:v>93</c:v>
                </c:pt>
                <c:pt idx="212">
                  <c:v>115</c:v>
                </c:pt>
                <c:pt idx="213">
                  <c:v>108</c:v>
                </c:pt>
                <c:pt idx="214">
                  <c:v>112</c:v>
                </c:pt>
                <c:pt idx="215">
                  <c:v>86</c:v>
                </c:pt>
                <c:pt idx="216">
                  <c:v>98</c:v>
                </c:pt>
                <c:pt idx="217">
                  <c:v>100</c:v>
                </c:pt>
                <c:pt idx="218">
                  <c:v>95</c:v>
                </c:pt>
                <c:pt idx="219">
                  <c:v>98</c:v>
                </c:pt>
                <c:pt idx="220">
                  <c:v>90</c:v>
                </c:pt>
                <c:pt idx="221">
                  <c:v>107</c:v>
                </c:pt>
                <c:pt idx="222">
                  <c:v>101</c:v>
                </c:pt>
                <c:pt idx="223">
                  <c:v>104</c:v>
                </c:pt>
                <c:pt idx="224">
                  <c:v>98</c:v>
                </c:pt>
                <c:pt idx="225">
                  <c:v>101</c:v>
                </c:pt>
                <c:pt idx="226">
                  <c:v>94</c:v>
                </c:pt>
                <c:pt idx="227">
                  <c:v>108</c:v>
                </c:pt>
                <c:pt idx="228">
                  <c:v>103</c:v>
                </c:pt>
                <c:pt idx="229">
                  <c:v>95</c:v>
                </c:pt>
                <c:pt idx="230">
                  <c:v>107</c:v>
                </c:pt>
                <c:pt idx="231">
                  <c:v>116</c:v>
                </c:pt>
                <c:pt idx="232">
                  <c:v>109</c:v>
                </c:pt>
                <c:pt idx="233">
                  <c:v>84</c:v>
                </c:pt>
                <c:pt idx="234">
                  <c:v>98</c:v>
                </c:pt>
                <c:pt idx="235">
                  <c:v>115</c:v>
                </c:pt>
                <c:pt idx="236">
                  <c:v>95</c:v>
                </c:pt>
                <c:pt idx="237">
                  <c:v>106</c:v>
                </c:pt>
                <c:pt idx="238">
                  <c:v>118</c:v>
                </c:pt>
                <c:pt idx="239">
                  <c:v>127</c:v>
                </c:pt>
                <c:pt idx="240">
                  <c:v>104</c:v>
                </c:pt>
                <c:pt idx="241">
                  <c:v>131</c:v>
                </c:pt>
                <c:pt idx="242">
                  <c:v>130</c:v>
                </c:pt>
                <c:pt idx="243">
                  <c:v>138</c:v>
                </c:pt>
                <c:pt idx="244">
                  <c:v>167</c:v>
                </c:pt>
                <c:pt idx="245">
                  <c:v>170</c:v>
                </c:pt>
                <c:pt idx="246">
                  <c:v>165</c:v>
                </c:pt>
                <c:pt idx="247">
                  <c:v>149</c:v>
                </c:pt>
                <c:pt idx="248">
                  <c:v>151</c:v>
                </c:pt>
                <c:pt idx="249">
                  <c:v>173</c:v>
                </c:pt>
                <c:pt idx="250">
                  <c:v>150</c:v>
                </c:pt>
                <c:pt idx="251">
                  <c:v>162</c:v>
                </c:pt>
                <c:pt idx="252">
                  <c:v>175</c:v>
                </c:pt>
                <c:pt idx="253">
                  <c:v>176</c:v>
                </c:pt>
                <c:pt idx="254">
                  <c:v>180</c:v>
                </c:pt>
                <c:pt idx="255">
                  <c:v>168</c:v>
                </c:pt>
                <c:pt idx="256">
                  <c:v>185</c:v>
                </c:pt>
                <c:pt idx="257">
                  <c:v>181</c:v>
                </c:pt>
                <c:pt idx="258">
                  <c:v>172</c:v>
                </c:pt>
                <c:pt idx="259">
                  <c:v>187</c:v>
                </c:pt>
                <c:pt idx="260">
                  <c:v>218</c:v>
                </c:pt>
                <c:pt idx="261">
                  <c:v>184</c:v>
                </c:pt>
                <c:pt idx="262">
                  <c:v>194</c:v>
                </c:pt>
                <c:pt idx="263">
                  <c:v>131</c:v>
                </c:pt>
                <c:pt idx="264">
                  <c:v>176</c:v>
                </c:pt>
                <c:pt idx="265">
                  <c:v>136</c:v>
                </c:pt>
                <c:pt idx="266">
                  <c:v>153</c:v>
                </c:pt>
                <c:pt idx="267">
                  <c:v>159</c:v>
                </c:pt>
                <c:pt idx="268">
                  <c:v>143</c:v>
                </c:pt>
                <c:pt idx="269">
                  <c:v>156</c:v>
                </c:pt>
                <c:pt idx="270">
                  <c:v>151</c:v>
                </c:pt>
                <c:pt idx="271">
                  <c:v>148</c:v>
                </c:pt>
                <c:pt idx="272">
                  <c:v>184</c:v>
                </c:pt>
                <c:pt idx="273">
                  <c:v>204</c:v>
                </c:pt>
                <c:pt idx="274">
                  <c:v>215</c:v>
                </c:pt>
                <c:pt idx="275">
                  <c:v>198</c:v>
                </c:pt>
                <c:pt idx="276">
                  <c:v>199</c:v>
                </c:pt>
                <c:pt idx="277">
                  <c:v>188</c:v>
                </c:pt>
                <c:pt idx="278">
                  <c:v>197</c:v>
                </c:pt>
                <c:pt idx="279">
                  <c:v>192</c:v>
                </c:pt>
                <c:pt idx="280">
                  <c:v>200</c:v>
                </c:pt>
                <c:pt idx="281">
                  <c:v>192</c:v>
                </c:pt>
                <c:pt idx="282">
                  <c:v>172</c:v>
                </c:pt>
                <c:pt idx="283">
                  <c:v>160</c:v>
                </c:pt>
                <c:pt idx="284">
                  <c:v>168</c:v>
                </c:pt>
                <c:pt idx="285">
                  <c:v>171</c:v>
                </c:pt>
                <c:pt idx="286">
                  <c:v>154</c:v>
                </c:pt>
                <c:pt idx="287">
                  <c:v>146</c:v>
                </c:pt>
                <c:pt idx="288">
                  <c:v>166</c:v>
                </c:pt>
                <c:pt idx="289">
                  <c:v>134</c:v>
                </c:pt>
                <c:pt idx="290">
                  <c:v>149</c:v>
                </c:pt>
                <c:pt idx="291">
                  <c:v>132</c:v>
                </c:pt>
                <c:pt idx="292">
                  <c:v>131</c:v>
                </c:pt>
                <c:pt idx="293">
                  <c:v>104</c:v>
                </c:pt>
                <c:pt idx="294">
                  <c:v>105</c:v>
                </c:pt>
                <c:pt idx="295">
                  <c:v>105</c:v>
                </c:pt>
                <c:pt idx="296">
                  <c:v>90</c:v>
                </c:pt>
                <c:pt idx="297">
                  <c:v>101</c:v>
                </c:pt>
                <c:pt idx="298">
                  <c:v>92</c:v>
                </c:pt>
                <c:pt idx="299">
                  <c:v>68</c:v>
                </c:pt>
                <c:pt idx="300">
                  <c:v>75</c:v>
                </c:pt>
                <c:pt idx="301">
                  <c:v>73</c:v>
                </c:pt>
                <c:pt idx="302">
                  <c:v>71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B0D-4947-98AE-2DFC2AE1C92A}"/>
            </c:ext>
          </c:extLst>
        </c:ser>
        <c:ser>
          <c:idx val="1"/>
          <c:order val="1"/>
          <c:tx>
            <c:strRef>
              <c:f>'Результат запроса'!$E$1</c:f>
              <c:strCache>
                <c:ptCount val="1"/>
                <c:pt idx="0">
                  <c:v>WAU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'Результат запроса'!$A$2:$A$304</c:f>
              <c:numCache>
                <c:formatCode>m/d/yy</c:formatCode>
                <c:ptCount val="303"/>
                <c:pt idx="0">
                  <c:v>44744</c:v>
                </c:pt>
                <c:pt idx="1">
                  <c:v>44745</c:v>
                </c:pt>
                <c:pt idx="2">
                  <c:v>44746</c:v>
                </c:pt>
                <c:pt idx="3">
                  <c:v>44747</c:v>
                </c:pt>
                <c:pt idx="4">
                  <c:v>44748</c:v>
                </c:pt>
                <c:pt idx="5">
                  <c:v>44749</c:v>
                </c:pt>
                <c:pt idx="6">
                  <c:v>44750</c:v>
                </c:pt>
                <c:pt idx="7">
                  <c:v>44751</c:v>
                </c:pt>
                <c:pt idx="8">
                  <c:v>44752</c:v>
                </c:pt>
                <c:pt idx="9">
                  <c:v>44753</c:v>
                </c:pt>
                <c:pt idx="10">
                  <c:v>44754</c:v>
                </c:pt>
                <c:pt idx="11">
                  <c:v>44755</c:v>
                </c:pt>
                <c:pt idx="12">
                  <c:v>44756</c:v>
                </c:pt>
                <c:pt idx="13">
                  <c:v>44757</c:v>
                </c:pt>
                <c:pt idx="14">
                  <c:v>44758</c:v>
                </c:pt>
                <c:pt idx="15">
                  <c:v>44759</c:v>
                </c:pt>
                <c:pt idx="16">
                  <c:v>44760</c:v>
                </c:pt>
                <c:pt idx="17">
                  <c:v>44761</c:v>
                </c:pt>
                <c:pt idx="18">
                  <c:v>44762</c:v>
                </c:pt>
                <c:pt idx="19">
                  <c:v>44763</c:v>
                </c:pt>
                <c:pt idx="20">
                  <c:v>44764</c:v>
                </c:pt>
                <c:pt idx="21">
                  <c:v>44765</c:v>
                </c:pt>
                <c:pt idx="22">
                  <c:v>44766</c:v>
                </c:pt>
                <c:pt idx="23">
                  <c:v>44767</c:v>
                </c:pt>
                <c:pt idx="24">
                  <c:v>44768</c:v>
                </c:pt>
                <c:pt idx="25">
                  <c:v>44769</c:v>
                </c:pt>
                <c:pt idx="26">
                  <c:v>44770</c:v>
                </c:pt>
                <c:pt idx="27">
                  <c:v>44771</c:v>
                </c:pt>
                <c:pt idx="28">
                  <c:v>44772</c:v>
                </c:pt>
                <c:pt idx="29">
                  <c:v>44773</c:v>
                </c:pt>
                <c:pt idx="30">
                  <c:v>44774</c:v>
                </c:pt>
                <c:pt idx="31">
                  <c:v>44775</c:v>
                </c:pt>
                <c:pt idx="32">
                  <c:v>44776</c:v>
                </c:pt>
                <c:pt idx="33">
                  <c:v>44777</c:v>
                </c:pt>
                <c:pt idx="34">
                  <c:v>44778</c:v>
                </c:pt>
                <c:pt idx="35">
                  <c:v>44779</c:v>
                </c:pt>
                <c:pt idx="36">
                  <c:v>44780</c:v>
                </c:pt>
                <c:pt idx="37">
                  <c:v>44781</c:v>
                </c:pt>
                <c:pt idx="38">
                  <c:v>44782</c:v>
                </c:pt>
                <c:pt idx="39">
                  <c:v>44783</c:v>
                </c:pt>
                <c:pt idx="40">
                  <c:v>44784</c:v>
                </c:pt>
                <c:pt idx="41">
                  <c:v>44785</c:v>
                </c:pt>
                <c:pt idx="42">
                  <c:v>44786</c:v>
                </c:pt>
                <c:pt idx="43">
                  <c:v>44787</c:v>
                </c:pt>
                <c:pt idx="44">
                  <c:v>44788</c:v>
                </c:pt>
                <c:pt idx="45">
                  <c:v>44789</c:v>
                </c:pt>
                <c:pt idx="46">
                  <c:v>44790</c:v>
                </c:pt>
                <c:pt idx="47">
                  <c:v>44791</c:v>
                </c:pt>
                <c:pt idx="48">
                  <c:v>44792</c:v>
                </c:pt>
                <c:pt idx="49">
                  <c:v>44793</c:v>
                </c:pt>
                <c:pt idx="50">
                  <c:v>44794</c:v>
                </c:pt>
                <c:pt idx="51">
                  <c:v>44795</c:v>
                </c:pt>
                <c:pt idx="52">
                  <c:v>44796</c:v>
                </c:pt>
                <c:pt idx="53">
                  <c:v>44797</c:v>
                </c:pt>
                <c:pt idx="54">
                  <c:v>44798</c:v>
                </c:pt>
                <c:pt idx="55">
                  <c:v>44799</c:v>
                </c:pt>
                <c:pt idx="56">
                  <c:v>44800</c:v>
                </c:pt>
                <c:pt idx="57">
                  <c:v>44801</c:v>
                </c:pt>
                <c:pt idx="58">
                  <c:v>44802</c:v>
                </c:pt>
                <c:pt idx="59">
                  <c:v>44803</c:v>
                </c:pt>
                <c:pt idx="60">
                  <c:v>44804</c:v>
                </c:pt>
                <c:pt idx="61">
                  <c:v>44805</c:v>
                </c:pt>
                <c:pt idx="62">
                  <c:v>44806</c:v>
                </c:pt>
                <c:pt idx="63">
                  <c:v>44807</c:v>
                </c:pt>
                <c:pt idx="64">
                  <c:v>44808</c:v>
                </c:pt>
                <c:pt idx="65">
                  <c:v>44809</c:v>
                </c:pt>
                <c:pt idx="66">
                  <c:v>44810</c:v>
                </c:pt>
                <c:pt idx="67">
                  <c:v>44811</c:v>
                </c:pt>
                <c:pt idx="68">
                  <c:v>44812</c:v>
                </c:pt>
                <c:pt idx="69">
                  <c:v>44813</c:v>
                </c:pt>
                <c:pt idx="70">
                  <c:v>44814</c:v>
                </c:pt>
                <c:pt idx="71">
                  <c:v>44815</c:v>
                </c:pt>
                <c:pt idx="72">
                  <c:v>44816</c:v>
                </c:pt>
                <c:pt idx="73">
                  <c:v>44817</c:v>
                </c:pt>
                <c:pt idx="74">
                  <c:v>44818</c:v>
                </c:pt>
                <c:pt idx="75">
                  <c:v>44819</c:v>
                </c:pt>
                <c:pt idx="76">
                  <c:v>44820</c:v>
                </c:pt>
                <c:pt idx="77">
                  <c:v>44821</c:v>
                </c:pt>
                <c:pt idx="78">
                  <c:v>44822</c:v>
                </c:pt>
                <c:pt idx="79">
                  <c:v>44823</c:v>
                </c:pt>
                <c:pt idx="80">
                  <c:v>44824</c:v>
                </c:pt>
                <c:pt idx="81">
                  <c:v>44825</c:v>
                </c:pt>
                <c:pt idx="82">
                  <c:v>44826</c:v>
                </c:pt>
                <c:pt idx="83">
                  <c:v>44827</c:v>
                </c:pt>
                <c:pt idx="84">
                  <c:v>44828</c:v>
                </c:pt>
                <c:pt idx="85">
                  <c:v>44829</c:v>
                </c:pt>
                <c:pt idx="86">
                  <c:v>44830</c:v>
                </c:pt>
                <c:pt idx="87">
                  <c:v>44831</c:v>
                </c:pt>
                <c:pt idx="88">
                  <c:v>44832</c:v>
                </c:pt>
                <c:pt idx="89">
                  <c:v>44833</c:v>
                </c:pt>
                <c:pt idx="90">
                  <c:v>44834</c:v>
                </c:pt>
                <c:pt idx="91">
                  <c:v>44835</c:v>
                </c:pt>
                <c:pt idx="92">
                  <c:v>44836</c:v>
                </c:pt>
                <c:pt idx="93">
                  <c:v>44837</c:v>
                </c:pt>
                <c:pt idx="94">
                  <c:v>44838</c:v>
                </c:pt>
                <c:pt idx="95">
                  <c:v>44839</c:v>
                </c:pt>
                <c:pt idx="96">
                  <c:v>44840</c:v>
                </c:pt>
                <c:pt idx="97">
                  <c:v>44841</c:v>
                </c:pt>
                <c:pt idx="98">
                  <c:v>44842</c:v>
                </c:pt>
                <c:pt idx="99">
                  <c:v>44843</c:v>
                </c:pt>
                <c:pt idx="100">
                  <c:v>44844</c:v>
                </c:pt>
                <c:pt idx="101">
                  <c:v>44845</c:v>
                </c:pt>
                <c:pt idx="102">
                  <c:v>44846</c:v>
                </c:pt>
                <c:pt idx="103">
                  <c:v>44847</c:v>
                </c:pt>
                <c:pt idx="104">
                  <c:v>44848</c:v>
                </c:pt>
                <c:pt idx="105">
                  <c:v>44849</c:v>
                </c:pt>
                <c:pt idx="106">
                  <c:v>44850</c:v>
                </c:pt>
                <c:pt idx="107">
                  <c:v>44851</c:v>
                </c:pt>
                <c:pt idx="108">
                  <c:v>44852</c:v>
                </c:pt>
                <c:pt idx="109">
                  <c:v>44853</c:v>
                </c:pt>
                <c:pt idx="110">
                  <c:v>44854</c:v>
                </c:pt>
                <c:pt idx="111">
                  <c:v>44855</c:v>
                </c:pt>
                <c:pt idx="112">
                  <c:v>44856</c:v>
                </c:pt>
                <c:pt idx="113">
                  <c:v>44857</c:v>
                </c:pt>
                <c:pt idx="114">
                  <c:v>44858</c:v>
                </c:pt>
                <c:pt idx="115">
                  <c:v>44859</c:v>
                </c:pt>
                <c:pt idx="116">
                  <c:v>44860</c:v>
                </c:pt>
                <c:pt idx="117">
                  <c:v>44861</c:v>
                </c:pt>
                <c:pt idx="118">
                  <c:v>44862</c:v>
                </c:pt>
                <c:pt idx="119">
                  <c:v>44863</c:v>
                </c:pt>
                <c:pt idx="120">
                  <c:v>44864</c:v>
                </c:pt>
                <c:pt idx="121">
                  <c:v>44865</c:v>
                </c:pt>
                <c:pt idx="122">
                  <c:v>44866</c:v>
                </c:pt>
                <c:pt idx="123">
                  <c:v>44867</c:v>
                </c:pt>
                <c:pt idx="124">
                  <c:v>44868</c:v>
                </c:pt>
                <c:pt idx="125">
                  <c:v>44869</c:v>
                </c:pt>
                <c:pt idx="126">
                  <c:v>44870</c:v>
                </c:pt>
                <c:pt idx="127">
                  <c:v>44871</c:v>
                </c:pt>
                <c:pt idx="128">
                  <c:v>44872</c:v>
                </c:pt>
                <c:pt idx="129">
                  <c:v>44873</c:v>
                </c:pt>
                <c:pt idx="130">
                  <c:v>44874</c:v>
                </c:pt>
                <c:pt idx="131">
                  <c:v>44875</c:v>
                </c:pt>
                <c:pt idx="132">
                  <c:v>44876</c:v>
                </c:pt>
                <c:pt idx="133">
                  <c:v>44877</c:v>
                </c:pt>
                <c:pt idx="134">
                  <c:v>44878</c:v>
                </c:pt>
                <c:pt idx="135">
                  <c:v>44879</c:v>
                </c:pt>
                <c:pt idx="136">
                  <c:v>44880</c:v>
                </c:pt>
                <c:pt idx="137">
                  <c:v>44881</c:v>
                </c:pt>
                <c:pt idx="138">
                  <c:v>44882</c:v>
                </c:pt>
                <c:pt idx="139">
                  <c:v>44883</c:v>
                </c:pt>
                <c:pt idx="140">
                  <c:v>44884</c:v>
                </c:pt>
                <c:pt idx="141">
                  <c:v>44885</c:v>
                </c:pt>
                <c:pt idx="142">
                  <c:v>44886</c:v>
                </c:pt>
                <c:pt idx="143">
                  <c:v>44887</c:v>
                </c:pt>
                <c:pt idx="144">
                  <c:v>44888</c:v>
                </c:pt>
                <c:pt idx="145">
                  <c:v>44889</c:v>
                </c:pt>
                <c:pt idx="146">
                  <c:v>44890</c:v>
                </c:pt>
                <c:pt idx="147">
                  <c:v>44891</c:v>
                </c:pt>
                <c:pt idx="148">
                  <c:v>44892</c:v>
                </c:pt>
                <c:pt idx="149">
                  <c:v>44893</c:v>
                </c:pt>
                <c:pt idx="150">
                  <c:v>44894</c:v>
                </c:pt>
                <c:pt idx="151">
                  <c:v>44895</c:v>
                </c:pt>
                <c:pt idx="152">
                  <c:v>44896</c:v>
                </c:pt>
                <c:pt idx="153">
                  <c:v>44897</c:v>
                </c:pt>
                <c:pt idx="154">
                  <c:v>44898</c:v>
                </c:pt>
                <c:pt idx="155">
                  <c:v>44899</c:v>
                </c:pt>
                <c:pt idx="156">
                  <c:v>44900</c:v>
                </c:pt>
                <c:pt idx="157">
                  <c:v>44901</c:v>
                </c:pt>
                <c:pt idx="158">
                  <c:v>44902</c:v>
                </c:pt>
                <c:pt idx="159">
                  <c:v>44903</c:v>
                </c:pt>
                <c:pt idx="160">
                  <c:v>44904</c:v>
                </c:pt>
                <c:pt idx="161">
                  <c:v>44905</c:v>
                </c:pt>
                <c:pt idx="162">
                  <c:v>44906</c:v>
                </c:pt>
                <c:pt idx="163">
                  <c:v>44907</c:v>
                </c:pt>
                <c:pt idx="164">
                  <c:v>44908</c:v>
                </c:pt>
                <c:pt idx="165">
                  <c:v>44909</c:v>
                </c:pt>
                <c:pt idx="166">
                  <c:v>44910</c:v>
                </c:pt>
                <c:pt idx="167">
                  <c:v>44911</c:v>
                </c:pt>
                <c:pt idx="168">
                  <c:v>44912</c:v>
                </c:pt>
                <c:pt idx="169">
                  <c:v>44913</c:v>
                </c:pt>
                <c:pt idx="170">
                  <c:v>44914</c:v>
                </c:pt>
                <c:pt idx="171">
                  <c:v>44915</c:v>
                </c:pt>
                <c:pt idx="172">
                  <c:v>44916</c:v>
                </c:pt>
                <c:pt idx="173">
                  <c:v>44917</c:v>
                </c:pt>
                <c:pt idx="174">
                  <c:v>44918</c:v>
                </c:pt>
                <c:pt idx="175">
                  <c:v>44919</c:v>
                </c:pt>
                <c:pt idx="176">
                  <c:v>44920</c:v>
                </c:pt>
                <c:pt idx="177">
                  <c:v>44921</c:v>
                </c:pt>
                <c:pt idx="178">
                  <c:v>44922</c:v>
                </c:pt>
                <c:pt idx="179">
                  <c:v>44923</c:v>
                </c:pt>
                <c:pt idx="180">
                  <c:v>44924</c:v>
                </c:pt>
                <c:pt idx="181">
                  <c:v>44925</c:v>
                </c:pt>
                <c:pt idx="182">
                  <c:v>44926</c:v>
                </c:pt>
                <c:pt idx="183">
                  <c:v>44927</c:v>
                </c:pt>
                <c:pt idx="184">
                  <c:v>44928</c:v>
                </c:pt>
                <c:pt idx="185">
                  <c:v>44929</c:v>
                </c:pt>
                <c:pt idx="186">
                  <c:v>44930</c:v>
                </c:pt>
                <c:pt idx="187">
                  <c:v>44931</c:v>
                </c:pt>
                <c:pt idx="188">
                  <c:v>44932</c:v>
                </c:pt>
                <c:pt idx="189">
                  <c:v>44933</c:v>
                </c:pt>
                <c:pt idx="190">
                  <c:v>44934</c:v>
                </c:pt>
                <c:pt idx="191">
                  <c:v>44935</c:v>
                </c:pt>
                <c:pt idx="192">
                  <c:v>44936</c:v>
                </c:pt>
                <c:pt idx="193">
                  <c:v>44937</c:v>
                </c:pt>
                <c:pt idx="194">
                  <c:v>44938</c:v>
                </c:pt>
                <c:pt idx="195">
                  <c:v>44939</c:v>
                </c:pt>
                <c:pt idx="196">
                  <c:v>44940</c:v>
                </c:pt>
                <c:pt idx="197">
                  <c:v>44941</c:v>
                </c:pt>
                <c:pt idx="198">
                  <c:v>44942</c:v>
                </c:pt>
                <c:pt idx="199">
                  <c:v>44943</c:v>
                </c:pt>
                <c:pt idx="200">
                  <c:v>44944</c:v>
                </c:pt>
                <c:pt idx="201">
                  <c:v>44945</c:v>
                </c:pt>
                <c:pt idx="202">
                  <c:v>44946</c:v>
                </c:pt>
                <c:pt idx="203">
                  <c:v>44947</c:v>
                </c:pt>
                <c:pt idx="204">
                  <c:v>44948</c:v>
                </c:pt>
                <c:pt idx="205">
                  <c:v>44949</c:v>
                </c:pt>
                <c:pt idx="206">
                  <c:v>44950</c:v>
                </c:pt>
                <c:pt idx="207">
                  <c:v>44951</c:v>
                </c:pt>
                <c:pt idx="208">
                  <c:v>44952</c:v>
                </c:pt>
                <c:pt idx="209">
                  <c:v>44953</c:v>
                </c:pt>
                <c:pt idx="210">
                  <c:v>44954</c:v>
                </c:pt>
                <c:pt idx="211">
                  <c:v>44955</c:v>
                </c:pt>
                <c:pt idx="212">
                  <c:v>44956</c:v>
                </c:pt>
                <c:pt idx="213">
                  <c:v>44957</c:v>
                </c:pt>
                <c:pt idx="214">
                  <c:v>44958</c:v>
                </c:pt>
                <c:pt idx="215">
                  <c:v>44959</c:v>
                </c:pt>
                <c:pt idx="216">
                  <c:v>44960</c:v>
                </c:pt>
                <c:pt idx="217">
                  <c:v>44961</c:v>
                </c:pt>
                <c:pt idx="218">
                  <c:v>44962</c:v>
                </c:pt>
                <c:pt idx="219">
                  <c:v>44963</c:v>
                </c:pt>
                <c:pt idx="220">
                  <c:v>44964</c:v>
                </c:pt>
                <c:pt idx="221">
                  <c:v>44965</c:v>
                </c:pt>
                <c:pt idx="222">
                  <c:v>44966</c:v>
                </c:pt>
                <c:pt idx="223">
                  <c:v>44967</c:v>
                </c:pt>
                <c:pt idx="224">
                  <c:v>44968</c:v>
                </c:pt>
                <c:pt idx="225">
                  <c:v>44969</c:v>
                </c:pt>
                <c:pt idx="226">
                  <c:v>44970</c:v>
                </c:pt>
                <c:pt idx="227">
                  <c:v>44971</c:v>
                </c:pt>
                <c:pt idx="228">
                  <c:v>44972</c:v>
                </c:pt>
                <c:pt idx="229">
                  <c:v>44973</c:v>
                </c:pt>
                <c:pt idx="230">
                  <c:v>44974</c:v>
                </c:pt>
                <c:pt idx="231">
                  <c:v>44975</c:v>
                </c:pt>
                <c:pt idx="232">
                  <c:v>44976</c:v>
                </c:pt>
                <c:pt idx="233">
                  <c:v>44977</c:v>
                </c:pt>
                <c:pt idx="234">
                  <c:v>44978</c:v>
                </c:pt>
                <c:pt idx="235">
                  <c:v>44979</c:v>
                </c:pt>
                <c:pt idx="236">
                  <c:v>44980</c:v>
                </c:pt>
                <c:pt idx="237">
                  <c:v>44981</c:v>
                </c:pt>
                <c:pt idx="238">
                  <c:v>44982</c:v>
                </c:pt>
                <c:pt idx="239">
                  <c:v>44983</c:v>
                </c:pt>
                <c:pt idx="240">
                  <c:v>44984</c:v>
                </c:pt>
                <c:pt idx="241">
                  <c:v>44985</c:v>
                </c:pt>
                <c:pt idx="242">
                  <c:v>44986</c:v>
                </c:pt>
                <c:pt idx="243">
                  <c:v>44987</c:v>
                </c:pt>
                <c:pt idx="244">
                  <c:v>44988</c:v>
                </c:pt>
                <c:pt idx="245">
                  <c:v>44989</c:v>
                </c:pt>
                <c:pt idx="246">
                  <c:v>44990</c:v>
                </c:pt>
                <c:pt idx="247">
                  <c:v>44991</c:v>
                </c:pt>
                <c:pt idx="248">
                  <c:v>44992</c:v>
                </c:pt>
                <c:pt idx="249">
                  <c:v>44993</c:v>
                </c:pt>
                <c:pt idx="250">
                  <c:v>44994</c:v>
                </c:pt>
                <c:pt idx="251">
                  <c:v>44995</c:v>
                </c:pt>
                <c:pt idx="252">
                  <c:v>44996</c:v>
                </c:pt>
                <c:pt idx="253">
                  <c:v>44997</c:v>
                </c:pt>
                <c:pt idx="254">
                  <c:v>44998</c:v>
                </c:pt>
                <c:pt idx="255">
                  <c:v>44999</c:v>
                </c:pt>
                <c:pt idx="256">
                  <c:v>45000</c:v>
                </c:pt>
                <c:pt idx="257">
                  <c:v>45001</c:v>
                </c:pt>
                <c:pt idx="258">
                  <c:v>45002</c:v>
                </c:pt>
                <c:pt idx="259">
                  <c:v>45003</c:v>
                </c:pt>
                <c:pt idx="260">
                  <c:v>45004</c:v>
                </c:pt>
                <c:pt idx="261">
                  <c:v>45005</c:v>
                </c:pt>
                <c:pt idx="262">
                  <c:v>45006</c:v>
                </c:pt>
                <c:pt idx="263">
                  <c:v>45007</c:v>
                </c:pt>
                <c:pt idx="264">
                  <c:v>45008</c:v>
                </c:pt>
                <c:pt idx="265">
                  <c:v>45009</c:v>
                </c:pt>
                <c:pt idx="266">
                  <c:v>45010</c:v>
                </c:pt>
                <c:pt idx="267">
                  <c:v>45011</c:v>
                </c:pt>
                <c:pt idx="268">
                  <c:v>45012</c:v>
                </c:pt>
                <c:pt idx="269">
                  <c:v>45013</c:v>
                </c:pt>
                <c:pt idx="270">
                  <c:v>45014</c:v>
                </c:pt>
                <c:pt idx="271">
                  <c:v>45015</c:v>
                </c:pt>
                <c:pt idx="272">
                  <c:v>45016</c:v>
                </c:pt>
                <c:pt idx="273">
                  <c:v>45017</c:v>
                </c:pt>
                <c:pt idx="274">
                  <c:v>45018</c:v>
                </c:pt>
                <c:pt idx="275">
                  <c:v>45019</c:v>
                </c:pt>
                <c:pt idx="276">
                  <c:v>45020</c:v>
                </c:pt>
                <c:pt idx="277">
                  <c:v>45021</c:v>
                </c:pt>
                <c:pt idx="278">
                  <c:v>45022</c:v>
                </c:pt>
                <c:pt idx="279">
                  <c:v>45023</c:v>
                </c:pt>
                <c:pt idx="280">
                  <c:v>45024</c:v>
                </c:pt>
                <c:pt idx="281">
                  <c:v>45025</c:v>
                </c:pt>
                <c:pt idx="282">
                  <c:v>45026</c:v>
                </c:pt>
                <c:pt idx="283">
                  <c:v>45027</c:v>
                </c:pt>
                <c:pt idx="284">
                  <c:v>45028</c:v>
                </c:pt>
                <c:pt idx="285">
                  <c:v>45029</c:v>
                </c:pt>
                <c:pt idx="286">
                  <c:v>45030</c:v>
                </c:pt>
                <c:pt idx="287">
                  <c:v>45031</c:v>
                </c:pt>
                <c:pt idx="288">
                  <c:v>45032</c:v>
                </c:pt>
                <c:pt idx="289">
                  <c:v>45033</c:v>
                </c:pt>
                <c:pt idx="290">
                  <c:v>45034</c:v>
                </c:pt>
                <c:pt idx="291">
                  <c:v>45035</c:v>
                </c:pt>
                <c:pt idx="292">
                  <c:v>45036</c:v>
                </c:pt>
                <c:pt idx="293">
                  <c:v>45037</c:v>
                </c:pt>
                <c:pt idx="294">
                  <c:v>45038</c:v>
                </c:pt>
                <c:pt idx="295">
                  <c:v>45039</c:v>
                </c:pt>
                <c:pt idx="296">
                  <c:v>45040</c:v>
                </c:pt>
                <c:pt idx="297">
                  <c:v>45041</c:v>
                </c:pt>
                <c:pt idx="298">
                  <c:v>45042</c:v>
                </c:pt>
                <c:pt idx="299">
                  <c:v>45043</c:v>
                </c:pt>
                <c:pt idx="300">
                  <c:v>45044</c:v>
                </c:pt>
                <c:pt idx="301">
                  <c:v>45045</c:v>
                </c:pt>
                <c:pt idx="302">
                  <c:v>45046</c:v>
                </c:pt>
              </c:numCache>
            </c:numRef>
          </c:cat>
          <c:val>
            <c:numRef>
              <c:f>'Результат запроса'!$E$2:$E$304</c:f>
              <c:numCache>
                <c:formatCode>General</c:formatCode>
                <c:ptCount val="303"/>
                <c:pt idx="0">
                  <c:v>6</c:v>
                </c:pt>
                <c:pt idx="1">
                  <c:v>6</c:v>
                </c:pt>
                <c:pt idx="2">
                  <c:v>59</c:v>
                </c:pt>
                <c:pt idx="3">
                  <c:v>59</c:v>
                </c:pt>
                <c:pt idx="4">
                  <c:v>59</c:v>
                </c:pt>
                <c:pt idx="5">
                  <c:v>59</c:v>
                </c:pt>
                <c:pt idx="6">
                  <c:v>59</c:v>
                </c:pt>
                <c:pt idx="7">
                  <c:v>59</c:v>
                </c:pt>
                <c:pt idx="8">
                  <c:v>59</c:v>
                </c:pt>
                <c:pt idx="9">
                  <c:v>92</c:v>
                </c:pt>
                <c:pt idx="10">
                  <c:v>92</c:v>
                </c:pt>
                <c:pt idx="11">
                  <c:v>92</c:v>
                </c:pt>
                <c:pt idx="12">
                  <c:v>92</c:v>
                </c:pt>
                <c:pt idx="13">
                  <c:v>92</c:v>
                </c:pt>
                <c:pt idx="14">
                  <c:v>92</c:v>
                </c:pt>
                <c:pt idx="15">
                  <c:v>92</c:v>
                </c:pt>
                <c:pt idx="16">
                  <c:v>133</c:v>
                </c:pt>
                <c:pt idx="17">
                  <c:v>133</c:v>
                </c:pt>
                <c:pt idx="18">
                  <c:v>133</c:v>
                </c:pt>
                <c:pt idx="19">
                  <c:v>133</c:v>
                </c:pt>
                <c:pt idx="20">
                  <c:v>133</c:v>
                </c:pt>
                <c:pt idx="21">
                  <c:v>133</c:v>
                </c:pt>
                <c:pt idx="22">
                  <c:v>133</c:v>
                </c:pt>
                <c:pt idx="23">
                  <c:v>183</c:v>
                </c:pt>
                <c:pt idx="24">
                  <c:v>183</c:v>
                </c:pt>
                <c:pt idx="25">
                  <c:v>183</c:v>
                </c:pt>
                <c:pt idx="26">
                  <c:v>183</c:v>
                </c:pt>
                <c:pt idx="27">
                  <c:v>183</c:v>
                </c:pt>
                <c:pt idx="28">
                  <c:v>183</c:v>
                </c:pt>
                <c:pt idx="29">
                  <c:v>183</c:v>
                </c:pt>
                <c:pt idx="30">
                  <c:v>202</c:v>
                </c:pt>
                <c:pt idx="31">
                  <c:v>202</c:v>
                </c:pt>
                <c:pt idx="32">
                  <c:v>202</c:v>
                </c:pt>
                <c:pt idx="33">
                  <c:v>202</c:v>
                </c:pt>
                <c:pt idx="34">
                  <c:v>202</c:v>
                </c:pt>
                <c:pt idx="35">
                  <c:v>202</c:v>
                </c:pt>
                <c:pt idx="36">
                  <c:v>202</c:v>
                </c:pt>
                <c:pt idx="37">
                  <c:v>193</c:v>
                </c:pt>
                <c:pt idx="38">
                  <c:v>193</c:v>
                </c:pt>
                <c:pt idx="39">
                  <c:v>193</c:v>
                </c:pt>
                <c:pt idx="40">
                  <c:v>193</c:v>
                </c:pt>
                <c:pt idx="41">
                  <c:v>193</c:v>
                </c:pt>
                <c:pt idx="42">
                  <c:v>193</c:v>
                </c:pt>
                <c:pt idx="43">
                  <c:v>193</c:v>
                </c:pt>
                <c:pt idx="44">
                  <c:v>201</c:v>
                </c:pt>
                <c:pt idx="45">
                  <c:v>201</c:v>
                </c:pt>
                <c:pt idx="46">
                  <c:v>201</c:v>
                </c:pt>
                <c:pt idx="47">
                  <c:v>201</c:v>
                </c:pt>
                <c:pt idx="48">
                  <c:v>201</c:v>
                </c:pt>
                <c:pt idx="49">
                  <c:v>201</c:v>
                </c:pt>
                <c:pt idx="50">
                  <c:v>201</c:v>
                </c:pt>
                <c:pt idx="51">
                  <c:v>206</c:v>
                </c:pt>
                <c:pt idx="52">
                  <c:v>206</c:v>
                </c:pt>
                <c:pt idx="53">
                  <c:v>206</c:v>
                </c:pt>
                <c:pt idx="54">
                  <c:v>206</c:v>
                </c:pt>
                <c:pt idx="55">
                  <c:v>206</c:v>
                </c:pt>
                <c:pt idx="56">
                  <c:v>206</c:v>
                </c:pt>
                <c:pt idx="57">
                  <c:v>206</c:v>
                </c:pt>
                <c:pt idx="58">
                  <c:v>192</c:v>
                </c:pt>
                <c:pt idx="59">
                  <c:v>192</c:v>
                </c:pt>
                <c:pt idx="60">
                  <c:v>192</c:v>
                </c:pt>
                <c:pt idx="61">
                  <c:v>192</c:v>
                </c:pt>
                <c:pt idx="62">
                  <c:v>192</c:v>
                </c:pt>
                <c:pt idx="63">
                  <c:v>192</c:v>
                </c:pt>
                <c:pt idx="64">
                  <c:v>192</c:v>
                </c:pt>
                <c:pt idx="65">
                  <c:v>196</c:v>
                </c:pt>
                <c:pt idx="66">
                  <c:v>196</c:v>
                </c:pt>
                <c:pt idx="67">
                  <c:v>196</c:v>
                </c:pt>
                <c:pt idx="68">
                  <c:v>196</c:v>
                </c:pt>
                <c:pt idx="69">
                  <c:v>196</c:v>
                </c:pt>
                <c:pt idx="70">
                  <c:v>196</c:v>
                </c:pt>
                <c:pt idx="71">
                  <c:v>196</c:v>
                </c:pt>
                <c:pt idx="72">
                  <c:v>205</c:v>
                </c:pt>
                <c:pt idx="73">
                  <c:v>205</c:v>
                </c:pt>
                <c:pt idx="74">
                  <c:v>205</c:v>
                </c:pt>
                <c:pt idx="75">
                  <c:v>205</c:v>
                </c:pt>
                <c:pt idx="76">
                  <c:v>205</c:v>
                </c:pt>
                <c:pt idx="77">
                  <c:v>205</c:v>
                </c:pt>
                <c:pt idx="78">
                  <c:v>205</c:v>
                </c:pt>
                <c:pt idx="79">
                  <c:v>213</c:v>
                </c:pt>
                <c:pt idx="80">
                  <c:v>213</c:v>
                </c:pt>
                <c:pt idx="81">
                  <c:v>213</c:v>
                </c:pt>
                <c:pt idx="82">
                  <c:v>213</c:v>
                </c:pt>
                <c:pt idx="83">
                  <c:v>213</c:v>
                </c:pt>
                <c:pt idx="84">
                  <c:v>213</c:v>
                </c:pt>
                <c:pt idx="85">
                  <c:v>213</c:v>
                </c:pt>
                <c:pt idx="86">
                  <c:v>208</c:v>
                </c:pt>
                <c:pt idx="87">
                  <c:v>208</c:v>
                </c:pt>
                <c:pt idx="88">
                  <c:v>208</c:v>
                </c:pt>
                <c:pt idx="89">
                  <c:v>208</c:v>
                </c:pt>
                <c:pt idx="90">
                  <c:v>208</c:v>
                </c:pt>
                <c:pt idx="91">
                  <c:v>208</c:v>
                </c:pt>
                <c:pt idx="92">
                  <c:v>208</c:v>
                </c:pt>
                <c:pt idx="93">
                  <c:v>207</c:v>
                </c:pt>
                <c:pt idx="94">
                  <c:v>207</c:v>
                </c:pt>
                <c:pt idx="95">
                  <c:v>207</c:v>
                </c:pt>
                <c:pt idx="96">
                  <c:v>207</c:v>
                </c:pt>
                <c:pt idx="97">
                  <c:v>207</c:v>
                </c:pt>
                <c:pt idx="98">
                  <c:v>207</c:v>
                </c:pt>
                <c:pt idx="99">
                  <c:v>207</c:v>
                </c:pt>
                <c:pt idx="100">
                  <c:v>204</c:v>
                </c:pt>
                <c:pt idx="101">
                  <c:v>204</c:v>
                </c:pt>
                <c:pt idx="102">
                  <c:v>204</c:v>
                </c:pt>
                <c:pt idx="103">
                  <c:v>204</c:v>
                </c:pt>
                <c:pt idx="104">
                  <c:v>204</c:v>
                </c:pt>
                <c:pt idx="105">
                  <c:v>204</c:v>
                </c:pt>
                <c:pt idx="106">
                  <c:v>204</c:v>
                </c:pt>
                <c:pt idx="107">
                  <c:v>201</c:v>
                </c:pt>
                <c:pt idx="108">
                  <c:v>201</c:v>
                </c:pt>
                <c:pt idx="109">
                  <c:v>201</c:v>
                </c:pt>
                <c:pt idx="110">
                  <c:v>201</c:v>
                </c:pt>
                <c:pt idx="111">
                  <c:v>201</c:v>
                </c:pt>
                <c:pt idx="112">
                  <c:v>201</c:v>
                </c:pt>
                <c:pt idx="113">
                  <c:v>201</c:v>
                </c:pt>
                <c:pt idx="114">
                  <c:v>213</c:v>
                </c:pt>
                <c:pt idx="115">
                  <c:v>213</c:v>
                </c:pt>
                <c:pt idx="116">
                  <c:v>213</c:v>
                </c:pt>
                <c:pt idx="117">
                  <c:v>213</c:v>
                </c:pt>
                <c:pt idx="118">
                  <c:v>213</c:v>
                </c:pt>
                <c:pt idx="119">
                  <c:v>213</c:v>
                </c:pt>
                <c:pt idx="120">
                  <c:v>213</c:v>
                </c:pt>
                <c:pt idx="121">
                  <c:v>214</c:v>
                </c:pt>
                <c:pt idx="122">
                  <c:v>214</c:v>
                </c:pt>
                <c:pt idx="123">
                  <c:v>214</c:v>
                </c:pt>
                <c:pt idx="124">
                  <c:v>214</c:v>
                </c:pt>
                <c:pt idx="125">
                  <c:v>214</c:v>
                </c:pt>
                <c:pt idx="126">
                  <c:v>214</c:v>
                </c:pt>
                <c:pt idx="127">
                  <c:v>214</c:v>
                </c:pt>
                <c:pt idx="128">
                  <c:v>203</c:v>
                </c:pt>
                <c:pt idx="129">
                  <c:v>203</c:v>
                </c:pt>
                <c:pt idx="130">
                  <c:v>203</c:v>
                </c:pt>
                <c:pt idx="131">
                  <c:v>203</c:v>
                </c:pt>
                <c:pt idx="132">
                  <c:v>203</c:v>
                </c:pt>
                <c:pt idx="133">
                  <c:v>203</c:v>
                </c:pt>
                <c:pt idx="134">
                  <c:v>203</c:v>
                </c:pt>
                <c:pt idx="135">
                  <c:v>202</c:v>
                </c:pt>
                <c:pt idx="136">
                  <c:v>202</c:v>
                </c:pt>
                <c:pt idx="137">
                  <c:v>202</c:v>
                </c:pt>
                <c:pt idx="138">
                  <c:v>202</c:v>
                </c:pt>
                <c:pt idx="139">
                  <c:v>202</c:v>
                </c:pt>
                <c:pt idx="140">
                  <c:v>202</c:v>
                </c:pt>
                <c:pt idx="141">
                  <c:v>202</c:v>
                </c:pt>
                <c:pt idx="142">
                  <c:v>167</c:v>
                </c:pt>
                <c:pt idx="143">
                  <c:v>167</c:v>
                </c:pt>
                <c:pt idx="144">
                  <c:v>167</c:v>
                </c:pt>
                <c:pt idx="145">
                  <c:v>167</c:v>
                </c:pt>
                <c:pt idx="146">
                  <c:v>167</c:v>
                </c:pt>
                <c:pt idx="147">
                  <c:v>167</c:v>
                </c:pt>
                <c:pt idx="148">
                  <c:v>167</c:v>
                </c:pt>
                <c:pt idx="149">
                  <c:v>157</c:v>
                </c:pt>
                <c:pt idx="150">
                  <c:v>157</c:v>
                </c:pt>
                <c:pt idx="151">
                  <c:v>157</c:v>
                </c:pt>
                <c:pt idx="152">
                  <c:v>157</c:v>
                </c:pt>
                <c:pt idx="153">
                  <c:v>157</c:v>
                </c:pt>
                <c:pt idx="154">
                  <c:v>157</c:v>
                </c:pt>
                <c:pt idx="155">
                  <c:v>157</c:v>
                </c:pt>
                <c:pt idx="156">
                  <c:v>156</c:v>
                </c:pt>
                <c:pt idx="157">
                  <c:v>156</c:v>
                </c:pt>
                <c:pt idx="158">
                  <c:v>156</c:v>
                </c:pt>
                <c:pt idx="159">
                  <c:v>156</c:v>
                </c:pt>
                <c:pt idx="160">
                  <c:v>156</c:v>
                </c:pt>
                <c:pt idx="161">
                  <c:v>156</c:v>
                </c:pt>
                <c:pt idx="162">
                  <c:v>156</c:v>
                </c:pt>
                <c:pt idx="163">
                  <c:v>153</c:v>
                </c:pt>
                <c:pt idx="164">
                  <c:v>153</c:v>
                </c:pt>
                <c:pt idx="165">
                  <c:v>153</c:v>
                </c:pt>
                <c:pt idx="166">
                  <c:v>153</c:v>
                </c:pt>
                <c:pt idx="167">
                  <c:v>153</c:v>
                </c:pt>
                <c:pt idx="168">
                  <c:v>153</c:v>
                </c:pt>
                <c:pt idx="169">
                  <c:v>153</c:v>
                </c:pt>
                <c:pt idx="170">
                  <c:v>145</c:v>
                </c:pt>
                <c:pt idx="171">
                  <c:v>145</c:v>
                </c:pt>
                <c:pt idx="172">
                  <c:v>145</c:v>
                </c:pt>
                <c:pt idx="173">
                  <c:v>145</c:v>
                </c:pt>
                <c:pt idx="174">
                  <c:v>145</c:v>
                </c:pt>
                <c:pt idx="175">
                  <c:v>145</c:v>
                </c:pt>
                <c:pt idx="176">
                  <c:v>145</c:v>
                </c:pt>
                <c:pt idx="177">
                  <c:v>141</c:v>
                </c:pt>
                <c:pt idx="178">
                  <c:v>141</c:v>
                </c:pt>
                <c:pt idx="179">
                  <c:v>141</c:v>
                </c:pt>
                <c:pt idx="180">
                  <c:v>141</c:v>
                </c:pt>
                <c:pt idx="181">
                  <c:v>141</c:v>
                </c:pt>
                <c:pt idx="182">
                  <c:v>141</c:v>
                </c:pt>
                <c:pt idx="183">
                  <c:v>141</c:v>
                </c:pt>
                <c:pt idx="184">
                  <c:v>190</c:v>
                </c:pt>
                <c:pt idx="185">
                  <c:v>190</c:v>
                </c:pt>
                <c:pt idx="186">
                  <c:v>190</c:v>
                </c:pt>
                <c:pt idx="187">
                  <c:v>190</c:v>
                </c:pt>
                <c:pt idx="188">
                  <c:v>190</c:v>
                </c:pt>
                <c:pt idx="189">
                  <c:v>190</c:v>
                </c:pt>
                <c:pt idx="190">
                  <c:v>190</c:v>
                </c:pt>
                <c:pt idx="191">
                  <c:v>233</c:v>
                </c:pt>
                <c:pt idx="192">
                  <c:v>233</c:v>
                </c:pt>
                <c:pt idx="193">
                  <c:v>233</c:v>
                </c:pt>
                <c:pt idx="194">
                  <c:v>233</c:v>
                </c:pt>
                <c:pt idx="195">
                  <c:v>233</c:v>
                </c:pt>
                <c:pt idx="196">
                  <c:v>233</c:v>
                </c:pt>
                <c:pt idx="197">
                  <c:v>233</c:v>
                </c:pt>
                <c:pt idx="198">
                  <c:v>272</c:v>
                </c:pt>
                <c:pt idx="199">
                  <c:v>272</c:v>
                </c:pt>
                <c:pt idx="200">
                  <c:v>272</c:v>
                </c:pt>
                <c:pt idx="201">
                  <c:v>272</c:v>
                </c:pt>
                <c:pt idx="202">
                  <c:v>272</c:v>
                </c:pt>
                <c:pt idx="203">
                  <c:v>272</c:v>
                </c:pt>
                <c:pt idx="204">
                  <c:v>272</c:v>
                </c:pt>
                <c:pt idx="205">
                  <c:v>295</c:v>
                </c:pt>
                <c:pt idx="206">
                  <c:v>295</c:v>
                </c:pt>
                <c:pt idx="207">
                  <c:v>295</c:v>
                </c:pt>
                <c:pt idx="208">
                  <c:v>295</c:v>
                </c:pt>
                <c:pt idx="209">
                  <c:v>295</c:v>
                </c:pt>
                <c:pt idx="210">
                  <c:v>295</c:v>
                </c:pt>
                <c:pt idx="211">
                  <c:v>295</c:v>
                </c:pt>
                <c:pt idx="212">
                  <c:v>346</c:v>
                </c:pt>
                <c:pt idx="213">
                  <c:v>346</c:v>
                </c:pt>
                <c:pt idx="214">
                  <c:v>346</c:v>
                </c:pt>
                <c:pt idx="215">
                  <c:v>346</c:v>
                </c:pt>
                <c:pt idx="216">
                  <c:v>346</c:v>
                </c:pt>
                <c:pt idx="217">
                  <c:v>346</c:v>
                </c:pt>
                <c:pt idx="218">
                  <c:v>346</c:v>
                </c:pt>
                <c:pt idx="219">
                  <c:v>340</c:v>
                </c:pt>
                <c:pt idx="220">
                  <c:v>340</c:v>
                </c:pt>
                <c:pt idx="221">
                  <c:v>340</c:v>
                </c:pt>
                <c:pt idx="222">
                  <c:v>340</c:v>
                </c:pt>
                <c:pt idx="223">
                  <c:v>340</c:v>
                </c:pt>
                <c:pt idx="224">
                  <c:v>340</c:v>
                </c:pt>
                <c:pt idx="225">
                  <c:v>340</c:v>
                </c:pt>
                <c:pt idx="226">
                  <c:v>347</c:v>
                </c:pt>
                <c:pt idx="227">
                  <c:v>347</c:v>
                </c:pt>
                <c:pt idx="228">
                  <c:v>347</c:v>
                </c:pt>
                <c:pt idx="229">
                  <c:v>347</c:v>
                </c:pt>
                <c:pt idx="230">
                  <c:v>347</c:v>
                </c:pt>
                <c:pt idx="231">
                  <c:v>347</c:v>
                </c:pt>
                <c:pt idx="232">
                  <c:v>347</c:v>
                </c:pt>
                <c:pt idx="233">
                  <c:v>384</c:v>
                </c:pt>
                <c:pt idx="234">
                  <c:v>384</c:v>
                </c:pt>
                <c:pt idx="235">
                  <c:v>384</c:v>
                </c:pt>
                <c:pt idx="236">
                  <c:v>384</c:v>
                </c:pt>
                <c:pt idx="237">
                  <c:v>384</c:v>
                </c:pt>
                <c:pt idx="238">
                  <c:v>384</c:v>
                </c:pt>
                <c:pt idx="239">
                  <c:v>384</c:v>
                </c:pt>
                <c:pt idx="240">
                  <c:v>611</c:v>
                </c:pt>
                <c:pt idx="241">
                  <c:v>611</c:v>
                </c:pt>
                <c:pt idx="242">
                  <c:v>611</c:v>
                </c:pt>
                <c:pt idx="243">
                  <c:v>611</c:v>
                </c:pt>
                <c:pt idx="244">
                  <c:v>611</c:v>
                </c:pt>
                <c:pt idx="245">
                  <c:v>611</c:v>
                </c:pt>
                <c:pt idx="246">
                  <c:v>611</c:v>
                </c:pt>
                <c:pt idx="247">
                  <c:v>712</c:v>
                </c:pt>
                <c:pt idx="248">
                  <c:v>712</c:v>
                </c:pt>
                <c:pt idx="249">
                  <c:v>712</c:v>
                </c:pt>
                <c:pt idx="250">
                  <c:v>712</c:v>
                </c:pt>
                <c:pt idx="251">
                  <c:v>712</c:v>
                </c:pt>
                <c:pt idx="252">
                  <c:v>712</c:v>
                </c:pt>
                <c:pt idx="253">
                  <c:v>712</c:v>
                </c:pt>
                <c:pt idx="254">
                  <c:v>772</c:v>
                </c:pt>
                <c:pt idx="255">
                  <c:v>772</c:v>
                </c:pt>
                <c:pt idx="256">
                  <c:v>772</c:v>
                </c:pt>
                <c:pt idx="257">
                  <c:v>772</c:v>
                </c:pt>
                <c:pt idx="258">
                  <c:v>772</c:v>
                </c:pt>
                <c:pt idx="259">
                  <c:v>772</c:v>
                </c:pt>
                <c:pt idx="260">
                  <c:v>772</c:v>
                </c:pt>
                <c:pt idx="261">
                  <c:v>656</c:v>
                </c:pt>
                <c:pt idx="262">
                  <c:v>656</c:v>
                </c:pt>
                <c:pt idx="263">
                  <c:v>656</c:v>
                </c:pt>
                <c:pt idx="264">
                  <c:v>656</c:v>
                </c:pt>
                <c:pt idx="265">
                  <c:v>656</c:v>
                </c:pt>
                <c:pt idx="266">
                  <c:v>656</c:v>
                </c:pt>
                <c:pt idx="267">
                  <c:v>656</c:v>
                </c:pt>
                <c:pt idx="268">
                  <c:v>661</c:v>
                </c:pt>
                <c:pt idx="269">
                  <c:v>661</c:v>
                </c:pt>
                <c:pt idx="270">
                  <c:v>661</c:v>
                </c:pt>
                <c:pt idx="271">
                  <c:v>661</c:v>
                </c:pt>
                <c:pt idx="272">
                  <c:v>661</c:v>
                </c:pt>
                <c:pt idx="273">
                  <c:v>661</c:v>
                </c:pt>
                <c:pt idx="274">
                  <c:v>661</c:v>
                </c:pt>
                <c:pt idx="275">
                  <c:v>699</c:v>
                </c:pt>
                <c:pt idx="276">
                  <c:v>699</c:v>
                </c:pt>
                <c:pt idx="277">
                  <c:v>699</c:v>
                </c:pt>
                <c:pt idx="278">
                  <c:v>699</c:v>
                </c:pt>
                <c:pt idx="279">
                  <c:v>699</c:v>
                </c:pt>
                <c:pt idx="280">
                  <c:v>699</c:v>
                </c:pt>
                <c:pt idx="281">
                  <c:v>699</c:v>
                </c:pt>
                <c:pt idx="282">
                  <c:v>614</c:v>
                </c:pt>
                <c:pt idx="283">
                  <c:v>614</c:v>
                </c:pt>
                <c:pt idx="284">
                  <c:v>614</c:v>
                </c:pt>
                <c:pt idx="285">
                  <c:v>614</c:v>
                </c:pt>
                <c:pt idx="286">
                  <c:v>614</c:v>
                </c:pt>
                <c:pt idx="287">
                  <c:v>614</c:v>
                </c:pt>
                <c:pt idx="288">
                  <c:v>614</c:v>
                </c:pt>
                <c:pt idx="289">
                  <c:v>545</c:v>
                </c:pt>
                <c:pt idx="290">
                  <c:v>545</c:v>
                </c:pt>
                <c:pt idx="291">
                  <c:v>545</c:v>
                </c:pt>
                <c:pt idx="292">
                  <c:v>545</c:v>
                </c:pt>
                <c:pt idx="293">
                  <c:v>545</c:v>
                </c:pt>
                <c:pt idx="294">
                  <c:v>545</c:v>
                </c:pt>
                <c:pt idx="295">
                  <c:v>545</c:v>
                </c:pt>
                <c:pt idx="296">
                  <c:v>422</c:v>
                </c:pt>
                <c:pt idx="297">
                  <c:v>422</c:v>
                </c:pt>
                <c:pt idx="298">
                  <c:v>422</c:v>
                </c:pt>
                <c:pt idx="299">
                  <c:v>422</c:v>
                </c:pt>
                <c:pt idx="300">
                  <c:v>422</c:v>
                </c:pt>
                <c:pt idx="301">
                  <c:v>422</c:v>
                </c:pt>
                <c:pt idx="302">
                  <c:v>422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B0D-4947-98AE-2DFC2AE1C92A}"/>
            </c:ext>
          </c:extLst>
        </c:ser>
        <c:ser>
          <c:idx val="2"/>
          <c:order val="2"/>
          <c:tx>
            <c:strRef>
              <c:f>'Результат запроса'!$F$1</c:f>
              <c:strCache>
                <c:ptCount val="1"/>
                <c:pt idx="0">
                  <c:v>MAU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numRef>
              <c:f>'Результат запроса'!$A$2:$A$304</c:f>
              <c:numCache>
                <c:formatCode>m/d/yy</c:formatCode>
                <c:ptCount val="303"/>
                <c:pt idx="0">
                  <c:v>44744</c:v>
                </c:pt>
                <c:pt idx="1">
                  <c:v>44745</c:v>
                </c:pt>
                <c:pt idx="2">
                  <c:v>44746</c:v>
                </c:pt>
                <c:pt idx="3">
                  <c:v>44747</c:v>
                </c:pt>
                <c:pt idx="4">
                  <c:v>44748</c:v>
                </c:pt>
                <c:pt idx="5">
                  <c:v>44749</c:v>
                </c:pt>
                <c:pt idx="6">
                  <c:v>44750</c:v>
                </c:pt>
                <c:pt idx="7">
                  <c:v>44751</c:v>
                </c:pt>
                <c:pt idx="8">
                  <c:v>44752</c:v>
                </c:pt>
                <c:pt idx="9">
                  <c:v>44753</c:v>
                </c:pt>
                <c:pt idx="10">
                  <c:v>44754</c:v>
                </c:pt>
                <c:pt idx="11">
                  <c:v>44755</c:v>
                </c:pt>
                <c:pt idx="12">
                  <c:v>44756</c:v>
                </c:pt>
                <c:pt idx="13">
                  <c:v>44757</c:v>
                </c:pt>
                <c:pt idx="14">
                  <c:v>44758</c:v>
                </c:pt>
                <c:pt idx="15">
                  <c:v>44759</c:v>
                </c:pt>
                <c:pt idx="16">
                  <c:v>44760</c:v>
                </c:pt>
                <c:pt idx="17">
                  <c:v>44761</c:v>
                </c:pt>
                <c:pt idx="18">
                  <c:v>44762</c:v>
                </c:pt>
                <c:pt idx="19">
                  <c:v>44763</c:v>
                </c:pt>
                <c:pt idx="20">
                  <c:v>44764</c:v>
                </c:pt>
                <c:pt idx="21">
                  <c:v>44765</c:v>
                </c:pt>
                <c:pt idx="22">
                  <c:v>44766</c:v>
                </c:pt>
                <c:pt idx="23">
                  <c:v>44767</c:v>
                </c:pt>
                <c:pt idx="24">
                  <c:v>44768</c:v>
                </c:pt>
                <c:pt idx="25">
                  <c:v>44769</c:v>
                </c:pt>
                <c:pt idx="26">
                  <c:v>44770</c:v>
                </c:pt>
                <c:pt idx="27">
                  <c:v>44771</c:v>
                </c:pt>
                <c:pt idx="28">
                  <c:v>44772</c:v>
                </c:pt>
                <c:pt idx="29">
                  <c:v>44773</c:v>
                </c:pt>
                <c:pt idx="30">
                  <c:v>44774</c:v>
                </c:pt>
                <c:pt idx="31">
                  <c:v>44775</c:v>
                </c:pt>
                <c:pt idx="32">
                  <c:v>44776</c:v>
                </c:pt>
                <c:pt idx="33">
                  <c:v>44777</c:v>
                </c:pt>
                <c:pt idx="34">
                  <c:v>44778</c:v>
                </c:pt>
                <c:pt idx="35">
                  <c:v>44779</c:v>
                </c:pt>
                <c:pt idx="36">
                  <c:v>44780</c:v>
                </c:pt>
                <c:pt idx="37">
                  <c:v>44781</c:v>
                </c:pt>
                <c:pt idx="38">
                  <c:v>44782</c:v>
                </c:pt>
                <c:pt idx="39">
                  <c:v>44783</c:v>
                </c:pt>
                <c:pt idx="40">
                  <c:v>44784</c:v>
                </c:pt>
                <c:pt idx="41">
                  <c:v>44785</c:v>
                </c:pt>
                <c:pt idx="42">
                  <c:v>44786</c:v>
                </c:pt>
                <c:pt idx="43">
                  <c:v>44787</c:v>
                </c:pt>
                <c:pt idx="44">
                  <c:v>44788</c:v>
                </c:pt>
                <c:pt idx="45">
                  <c:v>44789</c:v>
                </c:pt>
                <c:pt idx="46">
                  <c:v>44790</c:v>
                </c:pt>
                <c:pt idx="47">
                  <c:v>44791</c:v>
                </c:pt>
                <c:pt idx="48">
                  <c:v>44792</c:v>
                </c:pt>
                <c:pt idx="49">
                  <c:v>44793</c:v>
                </c:pt>
                <c:pt idx="50">
                  <c:v>44794</c:v>
                </c:pt>
                <c:pt idx="51">
                  <c:v>44795</c:v>
                </c:pt>
                <c:pt idx="52">
                  <c:v>44796</c:v>
                </c:pt>
                <c:pt idx="53">
                  <c:v>44797</c:v>
                </c:pt>
                <c:pt idx="54">
                  <c:v>44798</c:v>
                </c:pt>
                <c:pt idx="55">
                  <c:v>44799</c:v>
                </c:pt>
                <c:pt idx="56">
                  <c:v>44800</c:v>
                </c:pt>
                <c:pt idx="57">
                  <c:v>44801</c:v>
                </c:pt>
                <c:pt idx="58">
                  <c:v>44802</c:v>
                </c:pt>
                <c:pt idx="59">
                  <c:v>44803</c:v>
                </c:pt>
                <c:pt idx="60">
                  <c:v>44804</c:v>
                </c:pt>
                <c:pt idx="61">
                  <c:v>44805</c:v>
                </c:pt>
                <c:pt idx="62">
                  <c:v>44806</c:v>
                </c:pt>
                <c:pt idx="63">
                  <c:v>44807</c:v>
                </c:pt>
                <c:pt idx="64">
                  <c:v>44808</c:v>
                </c:pt>
                <c:pt idx="65">
                  <c:v>44809</c:v>
                </c:pt>
                <c:pt idx="66">
                  <c:v>44810</c:v>
                </c:pt>
                <c:pt idx="67">
                  <c:v>44811</c:v>
                </c:pt>
                <c:pt idx="68">
                  <c:v>44812</c:v>
                </c:pt>
                <c:pt idx="69">
                  <c:v>44813</c:v>
                </c:pt>
                <c:pt idx="70">
                  <c:v>44814</c:v>
                </c:pt>
                <c:pt idx="71">
                  <c:v>44815</c:v>
                </c:pt>
                <c:pt idx="72">
                  <c:v>44816</c:v>
                </c:pt>
                <c:pt idx="73">
                  <c:v>44817</c:v>
                </c:pt>
                <c:pt idx="74">
                  <c:v>44818</c:v>
                </c:pt>
                <c:pt idx="75">
                  <c:v>44819</c:v>
                </c:pt>
                <c:pt idx="76">
                  <c:v>44820</c:v>
                </c:pt>
                <c:pt idx="77">
                  <c:v>44821</c:v>
                </c:pt>
                <c:pt idx="78">
                  <c:v>44822</c:v>
                </c:pt>
                <c:pt idx="79">
                  <c:v>44823</c:v>
                </c:pt>
                <c:pt idx="80">
                  <c:v>44824</c:v>
                </c:pt>
                <c:pt idx="81">
                  <c:v>44825</c:v>
                </c:pt>
                <c:pt idx="82">
                  <c:v>44826</c:v>
                </c:pt>
                <c:pt idx="83">
                  <c:v>44827</c:v>
                </c:pt>
                <c:pt idx="84">
                  <c:v>44828</c:v>
                </c:pt>
                <c:pt idx="85">
                  <c:v>44829</c:v>
                </c:pt>
                <c:pt idx="86">
                  <c:v>44830</c:v>
                </c:pt>
                <c:pt idx="87">
                  <c:v>44831</c:v>
                </c:pt>
                <c:pt idx="88">
                  <c:v>44832</c:v>
                </c:pt>
                <c:pt idx="89">
                  <c:v>44833</c:v>
                </c:pt>
                <c:pt idx="90">
                  <c:v>44834</c:v>
                </c:pt>
                <c:pt idx="91">
                  <c:v>44835</c:v>
                </c:pt>
                <c:pt idx="92">
                  <c:v>44836</c:v>
                </c:pt>
                <c:pt idx="93">
                  <c:v>44837</c:v>
                </c:pt>
                <c:pt idx="94">
                  <c:v>44838</c:v>
                </c:pt>
                <c:pt idx="95">
                  <c:v>44839</c:v>
                </c:pt>
                <c:pt idx="96">
                  <c:v>44840</c:v>
                </c:pt>
                <c:pt idx="97">
                  <c:v>44841</c:v>
                </c:pt>
                <c:pt idx="98">
                  <c:v>44842</c:v>
                </c:pt>
                <c:pt idx="99">
                  <c:v>44843</c:v>
                </c:pt>
                <c:pt idx="100">
                  <c:v>44844</c:v>
                </c:pt>
                <c:pt idx="101">
                  <c:v>44845</c:v>
                </c:pt>
                <c:pt idx="102">
                  <c:v>44846</c:v>
                </c:pt>
                <c:pt idx="103">
                  <c:v>44847</c:v>
                </c:pt>
                <c:pt idx="104">
                  <c:v>44848</c:v>
                </c:pt>
                <c:pt idx="105">
                  <c:v>44849</c:v>
                </c:pt>
                <c:pt idx="106">
                  <c:v>44850</c:v>
                </c:pt>
                <c:pt idx="107">
                  <c:v>44851</c:v>
                </c:pt>
                <c:pt idx="108">
                  <c:v>44852</c:v>
                </c:pt>
                <c:pt idx="109">
                  <c:v>44853</c:v>
                </c:pt>
                <c:pt idx="110">
                  <c:v>44854</c:v>
                </c:pt>
                <c:pt idx="111">
                  <c:v>44855</c:v>
                </c:pt>
                <c:pt idx="112">
                  <c:v>44856</c:v>
                </c:pt>
                <c:pt idx="113">
                  <c:v>44857</c:v>
                </c:pt>
                <c:pt idx="114">
                  <c:v>44858</c:v>
                </c:pt>
                <c:pt idx="115">
                  <c:v>44859</c:v>
                </c:pt>
                <c:pt idx="116">
                  <c:v>44860</c:v>
                </c:pt>
                <c:pt idx="117">
                  <c:v>44861</c:v>
                </c:pt>
                <c:pt idx="118">
                  <c:v>44862</c:v>
                </c:pt>
                <c:pt idx="119">
                  <c:v>44863</c:v>
                </c:pt>
                <c:pt idx="120">
                  <c:v>44864</c:v>
                </c:pt>
                <c:pt idx="121">
                  <c:v>44865</c:v>
                </c:pt>
                <c:pt idx="122">
                  <c:v>44866</c:v>
                </c:pt>
                <c:pt idx="123">
                  <c:v>44867</c:v>
                </c:pt>
                <c:pt idx="124">
                  <c:v>44868</c:v>
                </c:pt>
                <c:pt idx="125">
                  <c:v>44869</c:v>
                </c:pt>
                <c:pt idx="126">
                  <c:v>44870</c:v>
                </c:pt>
                <c:pt idx="127">
                  <c:v>44871</c:v>
                </c:pt>
                <c:pt idx="128">
                  <c:v>44872</c:v>
                </c:pt>
                <c:pt idx="129">
                  <c:v>44873</c:v>
                </c:pt>
                <c:pt idx="130">
                  <c:v>44874</c:v>
                </c:pt>
                <c:pt idx="131">
                  <c:v>44875</c:v>
                </c:pt>
                <c:pt idx="132">
                  <c:v>44876</c:v>
                </c:pt>
                <c:pt idx="133">
                  <c:v>44877</c:v>
                </c:pt>
                <c:pt idx="134">
                  <c:v>44878</c:v>
                </c:pt>
                <c:pt idx="135">
                  <c:v>44879</c:v>
                </c:pt>
                <c:pt idx="136">
                  <c:v>44880</c:v>
                </c:pt>
                <c:pt idx="137">
                  <c:v>44881</c:v>
                </c:pt>
                <c:pt idx="138">
                  <c:v>44882</c:v>
                </c:pt>
                <c:pt idx="139">
                  <c:v>44883</c:v>
                </c:pt>
                <c:pt idx="140">
                  <c:v>44884</c:v>
                </c:pt>
                <c:pt idx="141">
                  <c:v>44885</c:v>
                </c:pt>
                <c:pt idx="142">
                  <c:v>44886</c:v>
                </c:pt>
                <c:pt idx="143">
                  <c:v>44887</c:v>
                </c:pt>
                <c:pt idx="144">
                  <c:v>44888</c:v>
                </c:pt>
                <c:pt idx="145">
                  <c:v>44889</c:v>
                </c:pt>
                <c:pt idx="146">
                  <c:v>44890</c:v>
                </c:pt>
                <c:pt idx="147">
                  <c:v>44891</c:v>
                </c:pt>
                <c:pt idx="148">
                  <c:v>44892</c:v>
                </c:pt>
                <c:pt idx="149">
                  <c:v>44893</c:v>
                </c:pt>
                <c:pt idx="150">
                  <c:v>44894</c:v>
                </c:pt>
                <c:pt idx="151">
                  <c:v>44895</c:v>
                </c:pt>
                <c:pt idx="152">
                  <c:v>44896</c:v>
                </c:pt>
                <c:pt idx="153">
                  <c:v>44897</c:v>
                </c:pt>
                <c:pt idx="154">
                  <c:v>44898</c:v>
                </c:pt>
                <c:pt idx="155">
                  <c:v>44899</c:v>
                </c:pt>
                <c:pt idx="156">
                  <c:v>44900</c:v>
                </c:pt>
                <c:pt idx="157">
                  <c:v>44901</c:v>
                </c:pt>
                <c:pt idx="158">
                  <c:v>44902</c:v>
                </c:pt>
                <c:pt idx="159">
                  <c:v>44903</c:v>
                </c:pt>
                <c:pt idx="160">
                  <c:v>44904</c:v>
                </c:pt>
                <c:pt idx="161">
                  <c:v>44905</c:v>
                </c:pt>
                <c:pt idx="162">
                  <c:v>44906</c:v>
                </c:pt>
                <c:pt idx="163">
                  <c:v>44907</c:v>
                </c:pt>
                <c:pt idx="164">
                  <c:v>44908</c:v>
                </c:pt>
                <c:pt idx="165">
                  <c:v>44909</c:v>
                </c:pt>
                <c:pt idx="166">
                  <c:v>44910</c:v>
                </c:pt>
                <c:pt idx="167">
                  <c:v>44911</c:v>
                </c:pt>
                <c:pt idx="168">
                  <c:v>44912</c:v>
                </c:pt>
                <c:pt idx="169">
                  <c:v>44913</c:v>
                </c:pt>
                <c:pt idx="170">
                  <c:v>44914</c:v>
                </c:pt>
                <c:pt idx="171">
                  <c:v>44915</c:v>
                </c:pt>
                <c:pt idx="172">
                  <c:v>44916</c:v>
                </c:pt>
                <c:pt idx="173">
                  <c:v>44917</c:v>
                </c:pt>
                <c:pt idx="174">
                  <c:v>44918</c:v>
                </c:pt>
                <c:pt idx="175">
                  <c:v>44919</c:v>
                </c:pt>
                <c:pt idx="176">
                  <c:v>44920</c:v>
                </c:pt>
                <c:pt idx="177">
                  <c:v>44921</c:v>
                </c:pt>
                <c:pt idx="178">
                  <c:v>44922</c:v>
                </c:pt>
                <c:pt idx="179">
                  <c:v>44923</c:v>
                </c:pt>
                <c:pt idx="180">
                  <c:v>44924</c:v>
                </c:pt>
                <c:pt idx="181">
                  <c:v>44925</c:v>
                </c:pt>
                <c:pt idx="182">
                  <c:v>44926</c:v>
                </c:pt>
                <c:pt idx="183">
                  <c:v>44927</c:v>
                </c:pt>
                <c:pt idx="184">
                  <c:v>44928</c:v>
                </c:pt>
                <c:pt idx="185">
                  <c:v>44929</c:v>
                </c:pt>
                <c:pt idx="186">
                  <c:v>44930</c:v>
                </c:pt>
                <c:pt idx="187">
                  <c:v>44931</c:v>
                </c:pt>
                <c:pt idx="188">
                  <c:v>44932</c:v>
                </c:pt>
                <c:pt idx="189">
                  <c:v>44933</c:v>
                </c:pt>
                <c:pt idx="190">
                  <c:v>44934</c:v>
                </c:pt>
                <c:pt idx="191">
                  <c:v>44935</c:v>
                </c:pt>
                <c:pt idx="192">
                  <c:v>44936</c:v>
                </c:pt>
                <c:pt idx="193">
                  <c:v>44937</c:v>
                </c:pt>
                <c:pt idx="194">
                  <c:v>44938</c:v>
                </c:pt>
                <c:pt idx="195">
                  <c:v>44939</c:v>
                </c:pt>
                <c:pt idx="196">
                  <c:v>44940</c:v>
                </c:pt>
                <c:pt idx="197">
                  <c:v>44941</c:v>
                </c:pt>
                <c:pt idx="198">
                  <c:v>44942</c:v>
                </c:pt>
                <c:pt idx="199">
                  <c:v>44943</c:v>
                </c:pt>
                <c:pt idx="200">
                  <c:v>44944</c:v>
                </c:pt>
                <c:pt idx="201">
                  <c:v>44945</c:v>
                </c:pt>
                <c:pt idx="202">
                  <c:v>44946</c:v>
                </c:pt>
                <c:pt idx="203">
                  <c:v>44947</c:v>
                </c:pt>
                <c:pt idx="204">
                  <c:v>44948</c:v>
                </c:pt>
                <c:pt idx="205">
                  <c:v>44949</c:v>
                </c:pt>
                <c:pt idx="206">
                  <c:v>44950</c:v>
                </c:pt>
                <c:pt idx="207">
                  <c:v>44951</c:v>
                </c:pt>
                <c:pt idx="208">
                  <c:v>44952</c:v>
                </c:pt>
                <c:pt idx="209">
                  <c:v>44953</c:v>
                </c:pt>
                <c:pt idx="210">
                  <c:v>44954</c:v>
                </c:pt>
                <c:pt idx="211">
                  <c:v>44955</c:v>
                </c:pt>
                <c:pt idx="212">
                  <c:v>44956</c:v>
                </c:pt>
                <c:pt idx="213">
                  <c:v>44957</c:v>
                </c:pt>
                <c:pt idx="214">
                  <c:v>44958</c:v>
                </c:pt>
                <c:pt idx="215">
                  <c:v>44959</c:v>
                </c:pt>
                <c:pt idx="216">
                  <c:v>44960</c:v>
                </c:pt>
                <c:pt idx="217">
                  <c:v>44961</c:v>
                </c:pt>
                <c:pt idx="218">
                  <c:v>44962</c:v>
                </c:pt>
                <c:pt idx="219">
                  <c:v>44963</c:v>
                </c:pt>
                <c:pt idx="220">
                  <c:v>44964</c:v>
                </c:pt>
                <c:pt idx="221">
                  <c:v>44965</c:v>
                </c:pt>
                <c:pt idx="222">
                  <c:v>44966</c:v>
                </c:pt>
                <c:pt idx="223">
                  <c:v>44967</c:v>
                </c:pt>
                <c:pt idx="224">
                  <c:v>44968</c:v>
                </c:pt>
                <c:pt idx="225">
                  <c:v>44969</c:v>
                </c:pt>
                <c:pt idx="226">
                  <c:v>44970</c:v>
                </c:pt>
                <c:pt idx="227">
                  <c:v>44971</c:v>
                </c:pt>
                <c:pt idx="228">
                  <c:v>44972</c:v>
                </c:pt>
                <c:pt idx="229">
                  <c:v>44973</c:v>
                </c:pt>
                <c:pt idx="230">
                  <c:v>44974</c:v>
                </c:pt>
                <c:pt idx="231">
                  <c:v>44975</c:v>
                </c:pt>
                <c:pt idx="232">
                  <c:v>44976</c:v>
                </c:pt>
                <c:pt idx="233">
                  <c:v>44977</c:v>
                </c:pt>
                <c:pt idx="234">
                  <c:v>44978</c:v>
                </c:pt>
                <c:pt idx="235">
                  <c:v>44979</c:v>
                </c:pt>
                <c:pt idx="236">
                  <c:v>44980</c:v>
                </c:pt>
                <c:pt idx="237">
                  <c:v>44981</c:v>
                </c:pt>
                <c:pt idx="238">
                  <c:v>44982</c:v>
                </c:pt>
                <c:pt idx="239">
                  <c:v>44983</c:v>
                </c:pt>
                <c:pt idx="240">
                  <c:v>44984</c:v>
                </c:pt>
                <c:pt idx="241">
                  <c:v>44985</c:v>
                </c:pt>
                <c:pt idx="242">
                  <c:v>44986</c:v>
                </c:pt>
                <c:pt idx="243">
                  <c:v>44987</c:v>
                </c:pt>
                <c:pt idx="244">
                  <c:v>44988</c:v>
                </c:pt>
                <c:pt idx="245">
                  <c:v>44989</c:v>
                </c:pt>
                <c:pt idx="246">
                  <c:v>44990</c:v>
                </c:pt>
                <c:pt idx="247">
                  <c:v>44991</c:v>
                </c:pt>
                <c:pt idx="248">
                  <c:v>44992</c:v>
                </c:pt>
                <c:pt idx="249">
                  <c:v>44993</c:v>
                </c:pt>
                <c:pt idx="250">
                  <c:v>44994</c:v>
                </c:pt>
                <c:pt idx="251">
                  <c:v>44995</c:v>
                </c:pt>
                <c:pt idx="252">
                  <c:v>44996</c:v>
                </c:pt>
                <c:pt idx="253">
                  <c:v>44997</c:v>
                </c:pt>
                <c:pt idx="254">
                  <c:v>44998</c:v>
                </c:pt>
                <c:pt idx="255">
                  <c:v>44999</c:v>
                </c:pt>
                <c:pt idx="256">
                  <c:v>45000</c:v>
                </c:pt>
                <c:pt idx="257">
                  <c:v>45001</c:v>
                </c:pt>
                <c:pt idx="258">
                  <c:v>45002</c:v>
                </c:pt>
                <c:pt idx="259">
                  <c:v>45003</c:v>
                </c:pt>
                <c:pt idx="260">
                  <c:v>45004</c:v>
                </c:pt>
                <c:pt idx="261">
                  <c:v>45005</c:v>
                </c:pt>
                <c:pt idx="262">
                  <c:v>45006</c:v>
                </c:pt>
                <c:pt idx="263">
                  <c:v>45007</c:v>
                </c:pt>
                <c:pt idx="264">
                  <c:v>45008</c:v>
                </c:pt>
                <c:pt idx="265">
                  <c:v>45009</c:v>
                </c:pt>
                <c:pt idx="266">
                  <c:v>45010</c:v>
                </c:pt>
                <c:pt idx="267">
                  <c:v>45011</c:v>
                </c:pt>
                <c:pt idx="268">
                  <c:v>45012</c:v>
                </c:pt>
                <c:pt idx="269">
                  <c:v>45013</c:v>
                </c:pt>
                <c:pt idx="270">
                  <c:v>45014</c:v>
                </c:pt>
                <c:pt idx="271">
                  <c:v>45015</c:v>
                </c:pt>
                <c:pt idx="272">
                  <c:v>45016</c:v>
                </c:pt>
                <c:pt idx="273">
                  <c:v>45017</c:v>
                </c:pt>
                <c:pt idx="274">
                  <c:v>45018</c:v>
                </c:pt>
                <c:pt idx="275">
                  <c:v>45019</c:v>
                </c:pt>
                <c:pt idx="276">
                  <c:v>45020</c:v>
                </c:pt>
                <c:pt idx="277">
                  <c:v>45021</c:v>
                </c:pt>
                <c:pt idx="278">
                  <c:v>45022</c:v>
                </c:pt>
                <c:pt idx="279">
                  <c:v>45023</c:v>
                </c:pt>
                <c:pt idx="280">
                  <c:v>45024</c:v>
                </c:pt>
                <c:pt idx="281">
                  <c:v>45025</c:v>
                </c:pt>
                <c:pt idx="282">
                  <c:v>45026</c:v>
                </c:pt>
                <c:pt idx="283">
                  <c:v>45027</c:v>
                </c:pt>
                <c:pt idx="284">
                  <c:v>45028</c:v>
                </c:pt>
                <c:pt idx="285">
                  <c:v>45029</c:v>
                </c:pt>
                <c:pt idx="286">
                  <c:v>45030</c:v>
                </c:pt>
                <c:pt idx="287">
                  <c:v>45031</c:v>
                </c:pt>
                <c:pt idx="288">
                  <c:v>45032</c:v>
                </c:pt>
                <c:pt idx="289">
                  <c:v>45033</c:v>
                </c:pt>
                <c:pt idx="290">
                  <c:v>45034</c:v>
                </c:pt>
                <c:pt idx="291">
                  <c:v>45035</c:v>
                </c:pt>
                <c:pt idx="292">
                  <c:v>45036</c:v>
                </c:pt>
                <c:pt idx="293">
                  <c:v>45037</c:v>
                </c:pt>
                <c:pt idx="294">
                  <c:v>45038</c:v>
                </c:pt>
                <c:pt idx="295">
                  <c:v>45039</c:v>
                </c:pt>
                <c:pt idx="296">
                  <c:v>45040</c:v>
                </c:pt>
                <c:pt idx="297">
                  <c:v>45041</c:v>
                </c:pt>
                <c:pt idx="298">
                  <c:v>45042</c:v>
                </c:pt>
                <c:pt idx="299">
                  <c:v>45043</c:v>
                </c:pt>
                <c:pt idx="300">
                  <c:v>45044</c:v>
                </c:pt>
                <c:pt idx="301">
                  <c:v>45045</c:v>
                </c:pt>
                <c:pt idx="302">
                  <c:v>45046</c:v>
                </c:pt>
              </c:numCache>
            </c:numRef>
          </c:cat>
          <c:val>
            <c:numRef>
              <c:f>'Результат запроса'!$F$2:$F$304</c:f>
              <c:numCache>
                <c:formatCode>General</c:formatCode>
                <c:ptCount val="303"/>
                <c:pt idx="0">
                  <c:v>193</c:v>
                </c:pt>
                <c:pt idx="1">
                  <c:v>193</c:v>
                </c:pt>
                <c:pt idx="2">
                  <c:v>193</c:v>
                </c:pt>
                <c:pt idx="3">
                  <c:v>193</c:v>
                </c:pt>
                <c:pt idx="4">
                  <c:v>193</c:v>
                </c:pt>
                <c:pt idx="5">
                  <c:v>193</c:v>
                </c:pt>
                <c:pt idx="6">
                  <c:v>193</c:v>
                </c:pt>
                <c:pt idx="7">
                  <c:v>193</c:v>
                </c:pt>
                <c:pt idx="8">
                  <c:v>193</c:v>
                </c:pt>
                <c:pt idx="9">
                  <c:v>193</c:v>
                </c:pt>
                <c:pt idx="10">
                  <c:v>193</c:v>
                </c:pt>
                <c:pt idx="11">
                  <c:v>193</c:v>
                </c:pt>
                <c:pt idx="12">
                  <c:v>193</c:v>
                </c:pt>
                <c:pt idx="13">
                  <c:v>193</c:v>
                </c:pt>
                <c:pt idx="14">
                  <c:v>193</c:v>
                </c:pt>
                <c:pt idx="15">
                  <c:v>193</c:v>
                </c:pt>
                <c:pt idx="16">
                  <c:v>193</c:v>
                </c:pt>
                <c:pt idx="17">
                  <c:v>193</c:v>
                </c:pt>
                <c:pt idx="18">
                  <c:v>193</c:v>
                </c:pt>
                <c:pt idx="19">
                  <c:v>193</c:v>
                </c:pt>
                <c:pt idx="20">
                  <c:v>193</c:v>
                </c:pt>
                <c:pt idx="21">
                  <c:v>193</c:v>
                </c:pt>
                <c:pt idx="22">
                  <c:v>193</c:v>
                </c:pt>
                <c:pt idx="23">
                  <c:v>193</c:v>
                </c:pt>
                <c:pt idx="24">
                  <c:v>193</c:v>
                </c:pt>
                <c:pt idx="25">
                  <c:v>193</c:v>
                </c:pt>
                <c:pt idx="26">
                  <c:v>193</c:v>
                </c:pt>
                <c:pt idx="27">
                  <c:v>193</c:v>
                </c:pt>
                <c:pt idx="28">
                  <c:v>193</c:v>
                </c:pt>
                <c:pt idx="29">
                  <c:v>193</c:v>
                </c:pt>
                <c:pt idx="30">
                  <c:v>366</c:v>
                </c:pt>
                <c:pt idx="31">
                  <c:v>366</c:v>
                </c:pt>
                <c:pt idx="32">
                  <c:v>366</c:v>
                </c:pt>
                <c:pt idx="33">
                  <c:v>366</c:v>
                </c:pt>
                <c:pt idx="34">
                  <c:v>366</c:v>
                </c:pt>
                <c:pt idx="35">
                  <c:v>366</c:v>
                </c:pt>
                <c:pt idx="36">
                  <c:v>366</c:v>
                </c:pt>
                <c:pt idx="37">
                  <c:v>366</c:v>
                </c:pt>
                <c:pt idx="38">
                  <c:v>366</c:v>
                </c:pt>
                <c:pt idx="39">
                  <c:v>366</c:v>
                </c:pt>
                <c:pt idx="40">
                  <c:v>366</c:v>
                </c:pt>
                <c:pt idx="41">
                  <c:v>366</c:v>
                </c:pt>
                <c:pt idx="42">
                  <c:v>366</c:v>
                </c:pt>
                <c:pt idx="43">
                  <c:v>366</c:v>
                </c:pt>
                <c:pt idx="44">
                  <c:v>366</c:v>
                </c:pt>
                <c:pt idx="45">
                  <c:v>366</c:v>
                </c:pt>
                <c:pt idx="46">
                  <c:v>366</c:v>
                </c:pt>
                <c:pt idx="47">
                  <c:v>366</c:v>
                </c:pt>
                <c:pt idx="48">
                  <c:v>366</c:v>
                </c:pt>
                <c:pt idx="49">
                  <c:v>366</c:v>
                </c:pt>
                <c:pt idx="50">
                  <c:v>366</c:v>
                </c:pt>
                <c:pt idx="51">
                  <c:v>366</c:v>
                </c:pt>
                <c:pt idx="52">
                  <c:v>366</c:v>
                </c:pt>
                <c:pt idx="53">
                  <c:v>366</c:v>
                </c:pt>
                <c:pt idx="54">
                  <c:v>366</c:v>
                </c:pt>
                <c:pt idx="55">
                  <c:v>366</c:v>
                </c:pt>
                <c:pt idx="56">
                  <c:v>366</c:v>
                </c:pt>
                <c:pt idx="57">
                  <c:v>366</c:v>
                </c:pt>
                <c:pt idx="58">
                  <c:v>366</c:v>
                </c:pt>
                <c:pt idx="59">
                  <c:v>366</c:v>
                </c:pt>
                <c:pt idx="60">
                  <c:v>366</c:v>
                </c:pt>
                <c:pt idx="61">
                  <c:v>378</c:v>
                </c:pt>
                <c:pt idx="62">
                  <c:v>378</c:v>
                </c:pt>
                <c:pt idx="63">
                  <c:v>378</c:v>
                </c:pt>
                <c:pt idx="64">
                  <c:v>378</c:v>
                </c:pt>
                <c:pt idx="65">
                  <c:v>378</c:v>
                </c:pt>
                <c:pt idx="66">
                  <c:v>378</c:v>
                </c:pt>
                <c:pt idx="67">
                  <c:v>378</c:v>
                </c:pt>
                <c:pt idx="68">
                  <c:v>378</c:v>
                </c:pt>
                <c:pt idx="69">
                  <c:v>378</c:v>
                </c:pt>
                <c:pt idx="70">
                  <c:v>378</c:v>
                </c:pt>
                <c:pt idx="71">
                  <c:v>378</c:v>
                </c:pt>
                <c:pt idx="72">
                  <c:v>378</c:v>
                </c:pt>
                <c:pt idx="73">
                  <c:v>378</c:v>
                </c:pt>
                <c:pt idx="74">
                  <c:v>378</c:v>
                </c:pt>
                <c:pt idx="75">
                  <c:v>378</c:v>
                </c:pt>
                <c:pt idx="76">
                  <c:v>378</c:v>
                </c:pt>
                <c:pt idx="77">
                  <c:v>378</c:v>
                </c:pt>
                <c:pt idx="78">
                  <c:v>378</c:v>
                </c:pt>
                <c:pt idx="79">
                  <c:v>378</c:v>
                </c:pt>
                <c:pt idx="80">
                  <c:v>378</c:v>
                </c:pt>
                <c:pt idx="81">
                  <c:v>378</c:v>
                </c:pt>
                <c:pt idx="82">
                  <c:v>378</c:v>
                </c:pt>
                <c:pt idx="83">
                  <c:v>378</c:v>
                </c:pt>
                <c:pt idx="84">
                  <c:v>378</c:v>
                </c:pt>
                <c:pt idx="85">
                  <c:v>378</c:v>
                </c:pt>
                <c:pt idx="86">
                  <c:v>378</c:v>
                </c:pt>
                <c:pt idx="87">
                  <c:v>378</c:v>
                </c:pt>
                <c:pt idx="88">
                  <c:v>378</c:v>
                </c:pt>
                <c:pt idx="89">
                  <c:v>378</c:v>
                </c:pt>
                <c:pt idx="90">
                  <c:v>378</c:v>
                </c:pt>
                <c:pt idx="91">
                  <c:v>393</c:v>
                </c:pt>
                <c:pt idx="92">
                  <c:v>393</c:v>
                </c:pt>
                <c:pt idx="93">
                  <c:v>393</c:v>
                </c:pt>
                <c:pt idx="94">
                  <c:v>393</c:v>
                </c:pt>
                <c:pt idx="95">
                  <c:v>393</c:v>
                </c:pt>
                <c:pt idx="96">
                  <c:v>393</c:v>
                </c:pt>
                <c:pt idx="97">
                  <c:v>393</c:v>
                </c:pt>
                <c:pt idx="98">
                  <c:v>393</c:v>
                </c:pt>
                <c:pt idx="99">
                  <c:v>393</c:v>
                </c:pt>
                <c:pt idx="100">
                  <c:v>393</c:v>
                </c:pt>
                <c:pt idx="101">
                  <c:v>393</c:v>
                </c:pt>
                <c:pt idx="102">
                  <c:v>393</c:v>
                </c:pt>
                <c:pt idx="103">
                  <c:v>393</c:v>
                </c:pt>
                <c:pt idx="104">
                  <c:v>393</c:v>
                </c:pt>
                <c:pt idx="105">
                  <c:v>393</c:v>
                </c:pt>
                <c:pt idx="106">
                  <c:v>393</c:v>
                </c:pt>
                <c:pt idx="107">
                  <c:v>393</c:v>
                </c:pt>
                <c:pt idx="108">
                  <c:v>393</c:v>
                </c:pt>
                <c:pt idx="109">
                  <c:v>393</c:v>
                </c:pt>
                <c:pt idx="110">
                  <c:v>393</c:v>
                </c:pt>
                <c:pt idx="111">
                  <c:v>393</c:v>
                </c:pt>
                <c:pt idx="112">
                  <c:v>393</c:v>
                </c:pt>
                <c:pt idx="113">
                  <c:v>393</c:v>
                </c:pt>
                <c:pt idx="114">
                  <c:v>393</c:v>
                </c:pt>
                <c:pt idx="115">
                  <c:v>393</c:v>
                </c:pt>
                <c:pt idx="116">
                  <c:v>393</c:v>
                </c:pt>
                <c:pt idx="117">
                  <c:v>393</c:v>
                </c:pt>
                <c:pt idx="118">
                  <c:v>393</c:v>
                </c:pt>
                <c:pt idx="119">
                  <c:v>393</c:v>
                </c:pt>
                <c:pt idx="120">
                  <c:v>393</c:v>
                </c:pt>
                <c:pt idx="121">
                  <c:v>393</c:v>
                </c:pt>
                <c:pt idx="122">
                  <c:v>426</c:v>
                </c:pt>
                <c:pt idx="123">
                  <c:v>426</c:v>
                </c:pt>
                <c:pt idx="124">
                  <c:v>426</c:v>
                </c:pt>
                <c:pt idx="125">
                  <c:v>426</c:v>
                </c:pt>
                <c:pt idx="126">
                  <c:v>426</c:v>
                </c:pt>
                <c:pt idx="127">
                  <c:v>426</c:v>
                </c:pt>
                <c:pt idx="128">
                  <c:v>426</c:v>
                </c:pt>
                <c:pt idx="129">
                  <c:v>426</c:v>
                </c:pt>
                <c:pt idx="130">
                  <c:v>426</c:v>
                </c:pt>
                <c:pt idx="131">
                  <c:v>426</c:v>
                </c:pt>
                <c:pt idx="132">
                  <c:v>426</c:v>
                </c:pt>
                <c:pt idx="133">
                  <c:v>426</c:v>
                </c:pt>
                <c:pt idx="134">
                  <c:v>426</c:v>
                </c:pt>
                <c:pt idx="135">
                  <c:v>426</c:v>
                </c:pt>
                <c:pt idx="136">
                  <c:v>426</c:v>
                </c:pt>
                <c:pt idx="137">
                  <c:v>426</c:v>
                </c:pt>
                <c:pt idx="138">
                  <c:v>426</c:v>
                </c:pt>
                <c:pt idx="139">
                  <c:v>426</c:v>
                </c:pt>
                <c:pt idx="140">
                  <c:v>426</c:v>
                </c:pt>
                <c:pt idx="141">
                  <c:v>426</c:v>
                </c:pt>
                <c:pt idx="142">
                  <c:v>426</c:v>
                </c:pt>
                <c:pt idx="143">
                  <c:v>426</c:v>
                </c:pt>
                <c:pt idx="144">
                  <c:v>426</c:v>
                </c:pt>
                <c:pt idx="145">
                  <c:v>426</c:v>
                </c:pt>
                <c:pt idx="146">
                  <c:v>426</c:v>
                </c:pt>
                <c:pt idx="147">
                  <c:v>426</c:v>
                </c:pt>
                <c:pt idx="148">
                  <c:v>426</c:v>
                </c:pt>
                <c:pt idx="149">
                  <c:v>426</c:v>
                </c:pt>
                <c:pt idx="150">
                  <c:v>426</c:v>
                </c:pt>
                <c:pt idx="151">
                  <c:v>426</c:v>
                </c:pt>
                <c:pt idx="152">
                  <c:v>390</c:v>
                </c:pt>
                <c:pt idx="153">
                  <c:v>390</c:v>
                </c:pt>
                <c:pt idx="154">
                  <c:v>390</c:v>
                </c:pt>
                <c:pt idx="155">
                  <c:v>390</c:v>
                </c:pt>
                <c:pt idx="156">
                  <c:v>390</c:v>
                </c:pt>
                <c:pt idx="157">
                  <c:v>390</c:v>
                </c:pt>
                <c:pt idx="158">
                  <c:v>390</c:v>
                </c:pt>
                <c:pt idx="159">
                  <c:v>390</c:v>
                </c:pt>
                <c:pt idx="160">
                  <c:v>390</c:v>
                </c:pt>
                <c:pt idx="161">
                  <c:v>390</c:v>
                </c:pt>
                <c:pt idx="162">
                  <c:v>390</c:v>
                </c:pt>
                <c:pt idx="163">
                  <c:v>390</c:v>
                </c:pt>
                <c:pt idx="164">
                  <c:v>390</c:v>
                </c:pt>
                <c:pt idx="165">
                  <c:v>390</c:v>
                </c:pt>
                <c:pt idx="166">
                  <c:v>390</c:v>
                </c:pt>
                <c:pt idx="167">
                  <c:v>390</c:v>
                </c:pt>
                <c:pt idx="168">
                  <c:v>390</c:v>
                </c:pt>
                <c:pt idx="169">
                  <c:v>390</c:v>
                </c:pt>
                <c:pt idx="170">
                  <c:v>390</c:v>
                </c:pt>
                <c:pt idx="171">
                  <c:v>390</c:v>
                </c:pt>
                <c:pt idx="172">
                  <c:v>390</c:v>
                </c:pt>
                <c:pt idx="173">
                  <c:v>390</c:v>
                </c:pt>
                <c:pt idx="174">
                  <c:v>390</c:v>
                </c:pt>
                <c:pt idx="175">
                  <c:v>390</c:v>
                </c:pt>
                <c:pt idx="176">
                  <c:v>390</c:v>
                </c:pt>
                <c:pt idx="177">
                  <c:v>390</c:v>
                </c:pt>
                <c:pt idx="178">
                  <c:v>390</c:v>
                </c:pt>
                <c:pt idx="179">
                  <c:v>390</c:v>
                </c:pt>
                <c:pt idx="180">
                  <c:v>390</c:v>
                </c:pt>
                <c:pt idx="181">
                  <c:v>390</c:v>
                </c:pt>
                <c:pt idx="182">
                  <c:v>390</c:v>
                </c:pt>
                <c:pt idx="183">
                  <c:v>536</c:v>
                </c:pt>
                <c:pt idx="184">
                  <c:v>536</c:v>
                </c:pt>
                <c:pt idx="185">
                  <c:v>536</c:v>
                </c:pt>
                <c:pt idx="186">
                  <c:v>536</c:v>
                </c:pt>
                <c:pt idx="187">
                  <c:v>536</c:v>
                </c:pt>
                <c:pt idx="188">
                  <c:v>536</c:v>
                </c:pt>
                <c:pt idx="189">
                  <c:v>536</c:v>
                </c:pt>
                <c:pt idx="190">
                  <c:v>536</c:v>
                </c:pt>
                <c:pt idx="191">
                  <c:v>536</c:v>
                </c:pt>
                <c:pt idx="192">
                  <c:v>536</c:v>
                </c:pt>
                <c:pt idx="193">
                  <c:v>536</c:v>
                </c:pt>
                <c:pt idx="194">
                  <c:v>536</c:v>
                </c:pt>
                <c:pt idx="195">
                  <c:v>536</c:v>
                </c:pt>
                <c:pt idx="196">
                  <c:v>536</c:v>
                </c:pt>
                <c:pt idx="197">
                  <c:v>536</c:v>
                </c:pt>
                <c:pt idx="198">
                  <c:v>536</c:v>
                </c:pt>
                <c:pt idx="199">
                  <c:v>536</c:v>
                </c:pt>
                <c:pt idx="200">
                  <c:v>536</c:v>
                </c:pt>
                <c:pt idx="201">
                  <c:v>536</c:v>
                </c:pt>
                <c:pt idx="202">
                  <c:v>536</c:v>
                </c:pt>
                <c:pt idx="203">
                  <c:v>536</c:v>
                </c:pt>
                <c:pt idx="204">
                  <c:v>536</c:v>
                </c:pt>
                <c:pt idx="205">
                  <c:v>536</c:v>
                </c:pt>
                <c:pt idx="206">
                  <c:v>536</c:v>
                </c:pt>
                <c:pt idx="207">
                  <c:v>536</c:v>
                </c:pt>
                <c:pt idx="208">
                  <c:v>536</c:v>
                </c:pt>
                <c:pt idx="209">
                  <c:v>536</c:v>
                </c:pt>
                <c:pt idx="210">
                  <c:v>536</c:v>
                </c:pt>
                <c:pt idx="211">
                  <c:v>536</c:v>
                </c:pt>
                <c:pt idx="212">
                  <c:v>536</c:v>
                </c:pt>
                <c:pt idx="213">
                  <c:v>536</c:v>
                </c:pt>
                <c:pt idx="214">
                  <c:v>696</c:v>
                </c:pt>
                <c:pt idx="215">
                  <c:v>696</c:v>
                </c:pt>
                <c:pt idx="216">
                  <c:v>696</c:v>
                </c:pt>
                <c:pt idx="217">
                  <c:v>696</c:v>
                </c:pt>
                <c:pt idx="218">
                  <c:v>696</c:v>
                </c:pt>
                <c:pt idx="219">
                  <c:v>696</c:v>
                </c:pt>
                <c:pt idx="220">
                  <c:v>696</c:v>
                </c:pt>
                <c:pt idx="221">
                  <c:v>696</c:v>
                </c:pt>
                <c:pt idx="222">
                  <c:v>696</c:v>
                </c:pt>
                <c:pt idx="223">
                  <c:v>696</c:v>
                </c:pt>
                <c:pt idx="224">
                  <c:v>696</c:v>
                </c:pt>
                <c:pt idx="225">
                  <c:v>696</c:v>
                </c:pt>
                <c:pt idx="226">
                  <c:v>696</c:v>
                </c:pt>
                <c:pt idx="227">
                  <c:v>696</c:v>
                </c:pt>
                <c:pt idx="228">
                  <c:v>696</c:v>
                </c:pt>
                <c:pt idx="229">
                  <c:v>696</c:v>
                </c:pt>
                <c:pt idx="230">
                  <c:v>696</c:v>
                </c:pt>
                <c:pt idx="231">
                  <c:v>696</c:v>
                </c:pt>
                <c:pt idx="232">
                  <c:v>696</c:v>
                </c:pt>
                <c:pt idx="233">
                  <c:v>696</c:v>
                </c:pt>
                <c:pt idx="234">
                  <c:v>696</c:v>
                </c:pt>
                <c:pt idx="235">
                  <c:v>696</c:v>
                </c:pt>
                <c:pt idx="236">
                  <c:v>696</c:v>
                </c:pt>
                <c:pt idx="237">
                  <c:v>696</c:v>
                </c:pt>
                <c:pt idx="238">
                  <c:v>696</c:v>
                </c:pt>
                <c:pt idx="239">
                  <c:v>696</c:v>
                </c:pt>
                <c:pt idx="240">
                  <c:v>696</c:v>
                </c:pt>
                <c:pt idx="241">
                  <c:v>696</c:v>
                </c:pt>
                <c:pt idx="242">
                  <c:v>1544</c:v>
                </c:pt>
                <c:pt idx="243">
                  <c:v>1544</c:v>
                </c:pt>
                <c:pt idx="244">
                  <c:v>1544</c:v>
                </c:pt>
                <c:pt idx="245">
                  <c:v>1544</c:v>
                </c:pt>
                <c:pt idx="246">
                  <c:v>1544</c:v>
                </c:pt>
                <c:pt idx="247">
                  <c:v>1544</c:v>
                </c:pt>
                <c:pt idx="248">
                  <c:v>1544</c:v>
                </c:pt>
                <c:pt idx="249">
                  <c:v>1544</c:v>
                </c:pt>
                <c:pt idx="250">
                  <c:v>1544</c:v>
                </c:pt>
                <c:pt idx="251">
                  <c:v>1544</c:v>
                </c:pt>
                <c:pt idx="252">
                  <c:v>1544</c:v>
                </c:pt>
                <c:pt idx="253">
                  <c:v>1544</c:v>
                </c:pt>
                <c:pt idx="254">
                  <c:v>1544</c:v>
                </c:pt>
                <c:pt idx="255">
                  <c:v>1544</c:v>
                </c:pt>
                <c:pt idx="256">
                  <c:v>1544</c:v>
                </c:pt>
                <c:pt idx="257">
                  <c:v>1544</c:v>
                </c:pt>
                <c:pt idx="258">
                  <c:v>1544</c:v>
                </c:pt>
                <c:pt idx="259">
                  <c:v>1544</c:v>
                </c:pt>
                <c:pt idx="260">
                  <c:v>1544</c:v>
                </c:pt>
                <c:pt idx="261">
                  <c:v>1544</c:v>
                </c:pt>
                <c:pt idx="262">
                  <c:v>1544</c:v>
                </c:pt>
                <c:pt idx="263">
                  <c:v>1544</c:v>
                </c:pt>
                <c:pt idx="264">
                  <c:v>1544</c:v>
                </c:pt>
                <c:pt idx="265">
                  <c:v>1544</c:v>
                </c:pt>
                <c:pt idx="266">
                  <c:v>1544</c:v>
                </c:pt>
                <c:pt idx="267">
                  <c:v>1544</c:v>
                </c:pt>
                <c:pt idx="268">
                  <c:v>1544</c:v>
                </c:pt>
                <c:pt idx="269">
                  <c:v>1544</c:v>
                </c:pt>
                <c:pt idx="270">
                  <c:v>1544</c:v>
                </c:pt>
                <c:pt idx="271">
                  <c:v>1544</c:v>
                </c:pt>
                <c:pt idx="272">
                  <c:v>1544</c:v>
                </c:pt>
                <c:pt idx="273">
                  <c:v>1027</c:v>
                </c:pt>
                <c:pt idx="274">
                  <c:v>1027</c:v>
                </c:pt>
                <c:pt idx="275">
                  <c:v>1027</c:v>
                </c:pt>
                <c:pt idx="276">
                  <c:v>1027</c:v>
                </c:pt>
                <c:pt idx="277">
                  <c:v>1027</c:v>
                </c:pt>
                <c:pt idx="278">
                  <c:v>1027</c:v>
                </c:pt>
                <c:pt idx="279">
                  <c:v>1027</c:v>
                </c:pt>
                <c:pt idx="280">
                  <c:v>1027</c:v>
                </c:pt>
                <c:pt idx="281">
                  <c:v>1027</c:v>
                </c:pt>
                <c:pt idx="282">
                  <c:v>1027</c:v>
                </c:pt>
                <c:pt idx="283">
                  <c:v>1027</c:v>
                </c:pt>
                <c:pt idx="284">
                  <c:v>1027</c:v>
                </c:pt>
                <c:pt idx="285">
                  <c:v>1027</c:v>
                </c:pt>
                <c:pt idx="286">
                  <c:v>1027</c:v>
                </c:pt>
                <c:pt idx="287">
                  <c:v>1027</c:v>
                </c:pt>
                <c:pt idx="288">
                  <c:v>1027</c:v>
                </c:pt>
                <c:pt idx="289">
                  <c:v>1027</c:v>
                </c:pt>
                <c:pt idx="290">
                  <c:v>1027</c:v>
                </c:pt>
                <c:pt idx="291">
                  <c:v>1027</c:v>
                </c:pt>
                <c:pt idx="292">
                  <c:v>1027</c:v>
                </c:pt>
                <c:pt idx="293">
                  <c:v>1027</c:v>
                </c:pt>
                <c:pt idx="294">
                  <c:v>1027</c:v>
                </c:pt>
                <c:pt idx="295">
                  <c:v>1027</c:v>
                </c:pt>
                <c:pt idx="296">
                  <c:v>1027</c:v>
                </c:pt>
                <c:pt idx="297">
                  <c:v>1027</c:v>
                </c:pt>
                <c:pt idx="298">
                  <c:v>1027</c:v>
                </c:pt>
                <c:pt idx="299">
                  <c:v>1027</c:v>
                </c:pt>
                <c:pt idx="300">
                  <c:v>1027</c:v>
                </c:pt>
                <c:pt idx="301">
                  <c:v>1027</c:v>
                </c:pt>
                <c:pt idx="302">
                  <c:v>1027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9B0D-4947-98AE-2DFC2AE1C92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47281759"/>
        <c:axId val="61776800"/>
      </c:lineChart>
      <c:dateAx>
        <c:axId val="247281759"/>
        <c:scaling>
          <c:orientation val="minMax"/>
        </c:scaling>
        <c:delete val="0"/>
        <c:axPos val="b"/>
        <c:numFmt formatCode="m/d/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61776800"/>
        <c:crosses val="autoZero"/>
        <c:auto val="1"/>
        <c:lblOffset val="100"/>
        <c:baseTimeUnit val="days"/>
      </c:dateAx>
      <c:valAx>
        <c:axId val="617768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24728175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Sticky</a:t>
            </a:r>
            <a:r>
              <a:rPr lang="en-US" baseline="0"/>
              <a:t> Factor</a:t>
            </a:r>
            <a:endParaRPr lang="ru-RU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'Результат запроса'!$G$1</c:f>
              <c:strCache>
                <c:ptCount val="1"/>
                <c:pt idx="0">
                  <c:v>SFW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'Результат запроса'!$A$4:$A$304</c:f>
              <c:numCache>
                <c:formatCode>m/d/yy</c:formatCode>
                <c:ptCount val="301"/>
                <c:pt idx="0">
                  <c:v>44746</c:v>
                </c:pt>
                <c:pt idx="1">
                  <c:v>44747</c:v>
                </c:pt>
                <c:pt idx="2">
                  <c:v>44748</c:v>
                </c:pt>
                <c:pt idx="3">
                  <c:v>44749</c:v>
                </c:pt>
                <c:pt idx="4">
                  <c:v>44750</c:v>
                </c:pt>
                <c:pt idx="5">
                  <c:v>44751</c:v>
                </c:pt>
                <c:pt idx="6">
                  <c:v>44752</c:v>
                </c:pt>
                <c:pt idx="7">
                  <c:v>44753</c:v>
                </c:pt>
                <c:pt idx="8">
                  <c:v>44754</c:v>
                </c:pt>
                <c:pt idx="9">
                  <c:v>44755</c:v>
                </c:pt>
                <c:pt idx="10">
                  <c:v>44756</c:v>
                </c:pt>
                <c:pt idx="11">
                  <c:v>44757</c:v>
                </c:pt>
                <c:pt idx="12">
                  <c:v>44758</c:v>
                </c:pt>
                <c:pt idx="13">
                  <c:v>44759</c:v>
                </c:pt>
                <c:pt idx="14">
                  <c:v>44760</c:v>
                </c:pt>
                <c:pt idx="15">
                  <c:v>44761</c:v>
                </c:pt>
                <c:pt idx="16">
                  <c:v>44762</c:v>
                </c:pt>
                <c:pt idx="17">
                  <c:v>44763</c:v>
                </c:pt>
                <c:pt idx="18">
                  <c:v>44764</c:v>
                </c:pt>
                <c:pt idx="19">
                  <c:v>44765</c:v>
                </c:pt>
                <c:pt idx="20">
                  <c:v>44766</c:v>
                </c:pt>
                <c:pt idx="21">
                  <c:v>44767</c:v>
                </c:pt>
                <c:pt idx="22">
                  <c:v>44768</c:v>
                </c:pt>
                <c:pt idx="23">
                  <c:v>44769</c:v>
                </c:pt>
                <c:pt idx="24">
                  <c:v>44770</c:v>
                </c:pt>
                <c:pt idx="25">
                  <c:v>44771</c:v>
                </c:pt>
                <c:pt idx="26">
                  <c:v>44772</c:v>
                </c:pt>
                <c:pt idx="27">
                  <c:v>44773</c:v>
                </c:pt>
                <c:pt idx="28">
                  <c:v>44774</c:v>
                </c:pt>
                <c:pt idx="29">
                  <c:v>44775</c:v>
                </c:pt>
                <c:pt idx="30">
                  <c:v>44776</c:v>
                </c:pt>
                <c:pt idx="31">
                  <c:v>44777</c:v>
                </c:pt>
                <c:pt idx="32">
                  <c:v>44778</c:v>
                </c:pt>
                <c:pt idx="33">
                  <c:v>44779</c:v>
                </c:pt>
                <c:pt idx="34">
                  <c:v>44780</c:v>
                </c:pt>
                <c:pt idx="35">
                  <c:v>44781</c:v>
                </c:pt>
                <c:pt idx="36">
                  <c:v>44782</c:v>
                </c:pt>
                <c:pt idx="37">
                  <c:v>44783</c:v>
                </c:pt>
                <c:pt idx="38">
                  <c:v>44784</c:v>
                </c:pt>
                <c:pt idx="39">
                  <c:v>44785</c:v>
                </c:pt>
                <c:pt idx="40">
                  <c:v>44786</c:v>
                </c:pt>
                <c:pt idx="41">
                  <c:v>44787</c:v>
                </c:pt>
                <c:pt idx="42">
                  <c:v>44788</c:v>
                </c:pt>
                <c:pt idx="43">
                  <c:v>44789</c:v>
                </c:pt>
                <c:pt idx="44">
                  <c:v>44790</c:v>
                </c:pt>
                <c:pt idx="45">
                  <c:v>44791</c:v>
                </c:pt>
                <c:pt idx="46">
                  <c:v>44792</c:v>
                </c:pt>
                <c:pt idx="47">
                  <c:v>44793</c:v>
                </c:pt>
                <c:pt idx="48">
                  <c:v>44794</c:v>
                </c:pt>
                <c:pt idx="49">
                  <c:v>44795</c:v>
                </c:pt>
                <c:pt idx="50">
                  <c:v>44796</c:v>
                </c:pt>
                <c:pt idx="51">
                  <c:v>44797</c:v>
                </c:pt>
                <c:pt idx="52">
                  <c:v>44798</c:v>
                </c:pt>
                <c:pt idx="53">
                  <c:v>44799</c:v>
                </c:pt>
                <c:pt idx="54">
                  <c:v>44800</c:v>
                </c:pt>
                <c:pt idx="55">
                  <c:v>44801</c:v>
                </c:pt>
                <c:pt idx="56">
                  <c:v>44802</c:v>
                </c:pt>
                <c:pt idx="57">
                  <c:v>44803</c:v>
                </c:pt>
                <c:pt idx="58">
                  <c:v>44804</c:v>
                </c:pt>
                <c:pt idx="59">
                  <c:v>44805</c:v>
                </c:pt>
                <c:pt idx="60">
                  <c:v>44806</c:v>
                </c:pt>
                <c:pt idx="61">
                  <c:v>44807</c:v>
                </c:pt>
                <c:pt idx="62">
                  <c:v>44808</c:v>
                </c:pt>
                <c:pt idx="63">
                  <c:v>44809</c:v>
                </c:pt>
                <c:pt idx="64">
                  <c:v>44810</c:v>
                </c:pt>
                <c:pt idx="65">
                  <c:v>44811</c:v>
                </c:pt>
                <c:pt idx="66">
                  <c:v>44812</c:v>
                </c:pt>
                <c:pt idx="67">
                  <c:v>44813</c:v>
                </c:pt>
                <c:pt idx="68">
                  <c:v>44814</c:v>
                </c:pt>
                <c:pt idx="69">
                  <c:v>44815</c:v>
                </c:pt>
                <c:pt idx="70">
                  <c:v>44816</c:v>
                </c:pt>
                <c:pt idx="71">
                  <c:v>44817</c:v>
                </c:pt>
                <c:pt idx="72">
                  <c:v>44818</c:v>
                </c:pt>
                <c:pt idx="73">
                  <c:v>44819</c:v>
                </c:pt>
                <c:pt idx="74">
                  <c:v>44820</c:v>
                </c:pt>
                <c:pt idx="75">
                  <c:v>44821</c:v>
                </c:pt>
                <c:pt idx="76">
                  <c:v>44822</c:v>
                </c:pt>
                <c:pt idx="77">
                  <c:v>44823</c:v>
                </c:pt>
                <c:pt idx="78">
                  <c:v>44824</c:v>
                </c:pt>
                <c:pt idx="79">
                  <c:v>44825</c:v>
                </c:pt>
                <c:pt idx="80">
                  <c:v>44826</c:v>
                </c:pt>
                <c:pt idx="81">
                  <c:v>44827</c:v>
                </c:pt>
                <c:pt idx="82">
                  <c:v>44828</c:v>
                </c:pt>
                <c:pt idx="83">
                  <c:v>44829</c:v>
                </c:pt>
                <c:pt idx="84">
                  <c:v>44830</c:v>
                </c:pt>
                <c:pt idx="85">
                  <c:v>44831</c:v>
                </c:pt>
                <c:pt idx="86">
                  <c:v>44832</c:v>
                </c:pt>
                <c:pt idx="87">
                  <c:v>44833</c:v>
                </c:pt>
                <c:pt idx="88">
                  <c:v>44834</c:v>
                </c:pt>
                <c:pt idx="89">
                  <c:v>44835</c:v>
                </c:pt>
                <c:pt idx="90">
                  <c:v>44836</c:v>
                </c:pt>
                <c:pt idx="91">
                  <c:v>44837</c:v>
                </c:pt>
                <c:pt idx="92">
                  <c:v>44838</c:v>
                </c:pt>
                <c:pt idx="93">
                  <c:v>44839</c:v>
                </c:pt>
                <c:pt idx="94">
                  <c:v>44840</c:v>
                </c:pt>
                <c:pt idx="95">
                  <c:v>44841</c:v>
                </c:pt>
                <c:pt idx="96">
                  <c:v>44842</c:v>
                </c:pt>
                <c:pt idx="97">
                  <c:v>44843</c:v>
                </c:pt>
                <c:pt idx="98">
                  <c:v>44844</c:v>
                </c:pt>
                <c:pt idx="99">
                  <c:v>44845</c:v>
                </c:pt>
                <c:pt idx="100">
                  <c:v>44846</c:v>
                </c:pt>
                <c:pt idx="101">
                  <c:v>44847</c:v>
                </c:pt>
                <c:pt idx="102">
                  <c:v>44848</c:v>
                </c:pt>
                <c:pt idx="103">
                  <c:v>44849</c:v>
                </c:pt>
                <c:pt idx="104">
                  <c:v>44850</c:v>
                </c:pt>
                <c:pt idx="105">
                  <c:v>44851</c:v>
                </c:pt>
                <c:pt idx="106">
                  <c:v>44852</c:v>
                </c:pt>
                <c:pt idx="107">
                  <c:v>44853</c:v>
                </c:pt>
                <c:pt idx="108">
                  <c:v>44854</c:v>
                </c:pt>
                <c:pt idx="109">
                  <c:v>44855</c:v>
                </c:pt>
                <c:pt idx="110">
                  <c:v>44856</c:v>
                </c:pt>
                <c:pt idx="111">
                  <c:v>44857</c:v>
                </c:pt>
                <c:pt idx="112">
                  <c:v>44858</c:v>
                </c:pt>
                <c:pt idx="113">
                  <c:v>44859</c:v>
                </c:pt>
                <c:pt idx="114">
                  <c:v>44860</c:v>
                </c:pt>
                <c:pt idx="115">
                  <c:v>44861</c:v>
                </c:pt>
                <c:pt idx="116">
                  <c:v>44862</c:v>
                </c:pt>
                <c:pt idx="117">
                  <c:v>44863</c:v>
                </c:pt>
                <c:pt idx="118">
                  <c:v>44864</c:v>
                </c:pt>
                <c:pt idx="119">
                  <c:v>44865</c:v>
                </c:pt>
                <c:pt idx="120">
                  <c:v>44866</c:v>
                </c:pt>
                <c:pt idx="121">
                  <c:v>44867</c:v>
                </c:pt>
                <c:pt idx="122">
                  <c:v>44868</c:v>
                </c:pt>
                <c:pt idx="123">
                  <c:v>44869</c:v>
                </c:pt>
                <c:pt idx="124">
                  <c:v>44870</c:v>
                </c:pt>
                <c:pt idx="125">
                  <c:v>44871</c:v>
                </c:pt>
                <c:pt idx="126">
                  <c:v>44872</c:v>
                </c:pt>
                <c:pt idx="127">
                  <c:v>44873</c:v>
                </c:pt>
                <c:pt idx="128">
                  <c:v>44874</c:v>
                </c:pt>
                <c:pt idx="129">
                  <c:v>44875</c:v>
                </c:pt>
                <c:pt idx="130">
                  <c:v>44876</c:v>
                </c:pt>
                <c:pt idx="131">
                  <c:v>44877</c:v>
                </c:pt>
                <c:pt idx="132">
                  <c:v>44878</c:v>
                </c:pt>
                <c:pt idx="133">
                  <c:v>44879</c:v>
                </c:pt>
                <c:pt idx="134">
                  <c:v>44880</c:v>
                </c:pt>
                <c:pt idx="135">
                  <c:v>44881</c:v>
                </c:pt>
                <c:pt idx="136">
                  <c:v>44882</c:v>
                </c:pt>
                <c:pt idx="137">
                  <c:v>44883</c:v>
                </c:pt>
                <c:pt idx="138">
                  <c:v>44884</c:v>
                </c:pt>
                <c:pt idx="139">
                  <c:v>44885</c:v>
                </c:pt>
                <c:pt idx="140">
                  <c:v>44886</c:v>
                </c:pt>
                <c:pt idx="141">
                  <c:v>44887</c:v>
                </c:pt>
                <c:pt idx="142">
                  <c:v>44888</c:v>
                </c:pt>
                <c:pt idx="143">
                  <c:v>44889</c:v>
                </c:pt>
                <c:pt idx="144">
                  <c:v>44890</c:v>
                </c:pt>
                <c:pt idx="145">
                  <c:v>44891</c:v>
                </c:pt>
                <c:pt idx="146">
                  <c:v>44892</c:v>
                </c:pt>
                <c:pt idx="147">
                  <c:v>44893</c:v>
                </c:pt>
                <c:pt idx="148">
                  <c:v>44894</c:v>
                </c:pt>
                <c:pt idx="149">
                  <c:v>44895</c:v>
                </c:pt>
                <c:pt idx="150">
                  <c:v>44896</c:v>
                </c:pt>
                <c:pt idx="151">
                  <c:v>44897</c:v>
                </c:pt>
                <c:pt idx="152">
                  <c:v>44898</c:v>
                </c:pt>
                <c:pt idx="153">
                  <c:v>44899</c:v>
                </c:pt>
                <c:pt idx="154">
                  <c:v>44900</c:v>
                </c:pt>
                <c:pt idx="155">
                  <c:v>44901</c:v>
                </c:pt>
                <c:pt idx="156">
                  <c:v>44902</c:v>
                </c:pt>
                <c:pt idx="157">
                  <c:v>44903</c:v>
                </c:pt>
                <c:pt idx="158">
                  <c:v>44904</c:v>
                </c:pt>
                <c:pt idx="159">
                  <c:v>44905</c:v>
                </c:pt>
                <c:pt idx="160">
                  <c:v>44906</c:v>
                </c:pt>
                <c:pt idx="161">
                  <c:v>44907</c:v>
                </c:pt>
                <c:pt idx="162">
                  <c:v>44908</c:v>
                </c:pt>
                <c:pt idx="163">
                  <c:v>44909</c:v>
                </c:pt>
                <c:pt idx="164">
                  <c:v>44910</c:v>
                </c:pt>
                <c:pt idx="165">
                  <c:v>44911</c:v>
                </c:pt>
                <c:pt idx="166">
                  <c:v>44912</c:v>
                </c:pt>
                <c:pt idx="167">
                  <c:v>44913</c:v>
                </c:pt>
                <c:pt idx="168">
                  <c:v>44914</c:v>
                </c:pt>
                <c:pt idx="169">
                  <c:v>44915</c:v>
                </c:pt>
                <c:pt idx="170">
                  <c:v>44916</c:v>
                </c:pt>
                <c:pt idx="171">
                  <c:v>44917</c:v>
                </c:pt>
                <c:pt idx="172">
                  <c:v>44918</c:v>
                </c:pt>
                <c:pt idx="173">
                  <c:v>44919</c:v>
                </c:pt>
                <c:pt idx="174">
                  <c:v>44920</c:v>
                </c:pt>
                <c:pt idx="175">
                  <c:v>44921</c:v>
                </c:pt>
                <c:pt idx="176">
                  <c:v>44922</c:v>
                </c:pt>
                <c:pt idx="177">
                  <c:v>44923</c:v>
                </c:pt>
                <c:pt idx="178">
                  <c:v>44924</c:v>
                </c:pt>
                <c:pt idx="179">
                  <c:v>44925</c:v>
                </c:pt>
                <c:pt idx="180">
                  <c:v>44926</c:v>
                </c:pt>
                <c:pt idx="181">
                  <c:v>44927</c:v>
                </c:pt>
                <c:pt idx="182">
                  <c:v>44928</c:v>
                </c:pt>
                <c:pt idx="183">
                  <c:v>44929</c:v>
                </c:pt>
                <c:pt idx="184">
                  <c:v>44930</c:v>
                </c:pt>
                <c:pt idx="185">
                  <c:v>44931</c:v>
                </c:pt>
                <c:pt idx="186">
                  <c:v>44932</c:v>
                </c:pt>
                <c:pt idx="187">
                  <c:v>44933</c:v>
                </c:pt>
                <c:pt idx="188">
                  <c:v>44934</c:v>
                </c:pt>
                <c:pt idx="189">
                  <c:v>44935</c:v>
                </c:pt>
                <c:pt idx="190">
                  <c:v>44936</c:v>
                </c:pt>
                <c:pt idx="191">
                  <c:v>44937</c:v>
                </c:pt>
                <c:pt idx="192">
                  <c:v>44938</c:v>
                </c:pt>
                <c:pt idx="193">
                  <c:v>44939</c:v>
                </c:pt>
                <c:pt idx="194">
                  <c:v>44940</c:v>
                </c:pt>
                <c:pt idx="195">
                  <c:v>44941</c:v>
                </c:pt>
                <c:pt idx="196">
                  <c:v>44942</c:v>
                </c:pt>
                <c:pt idx="197">
                  <c:v>44943</c:v>
                </c:pt>
                <c:pt idx="198">
                  <c:v>44944</c:v>
                </c:pt>
                <c:pt idx="199">
                  <c:v>44945</c:v>
                </c:pt>
                <c:pt idx="200">
                  <c:v>44946</c:v>
                </c:pt>
                <c:pt idx="201">
                  <c:v>44947</c:v>
                </c:pt>
                <c:pt idx="202">
                  <c:v>44948</c:v>
                </c:pt>
                <c:pt idx="203">
                  <c:v>44949</c:v>
                </c:pt>
                <c:pt idx="204">
                  <c:v>44950</c:v>
                </c:pt>
                <c:pt idx="205">
                  <c:v>44951</c:v>
                </c:pt>
                <c:pt idx="206">
                  <c:v>44952</c:v>
                </c:pt>
                <c:pt idx="207">
                  <c:v>44953</c:v>
                </c:pt>
                <c:pt idx="208">
                  <c:v>44954</c:v>
                </c:pt>
                <c:pt idx="209">
                  <c:v>44955</c:v>
                </c:pt>
                <c:pt idx="210">
                  <c:v>44956</c:v>
                </c:pt>
                <c:pt idx="211">
                  <c:v>44957</c:v>
                </c:pt>
                <c:pt idx="212">
                  <c:v>44958</c:v>
                </c:pt>
                <c:pt idx="213">
                  <c:v>44959</c:v>
                </c:pt>
                <c:pt idx="214">
                  <c:v>44960</c:v>
                </c:pt>
                <c:pt idx="215">
                  <c:v>44961</c:v>
                </c:pt>
                <c:pt idx="216">
                  <c:v>44962</c:v>
                </c:pt>
                <c:pt idx="217">
                  <c:v>44963</c:v>
                </c:pt>
                <c:pt idx="218">
                  <c:v>44964</c:v>
                </c:pt>
                <c:pt idx="219">
                  <c:v>44965</c:v>
                </c:pt>
                <c:pt idx="220">
                  <c:v>44966</c:v>
                </c:pt>
                <c:pt idx="221">
                  <c:v>44967</c:v>
                </c:pt>
                <c:pt idx="222">
                  <c:v>44968</c:v>
                </c:pt>
                <c:pt idx="223">
                  <c:v>44969</c:v>
                </c:pt>
                <c:pt idx="224">
                  <c:v>44970</c:v>
                </c:pt>
                <c:pt idx="225">
                  <c:v>44971</c:v>
                </c:pt>
                <c:pt idx="226">
                  <c:v>44972</c:v>
                </c:pt>
                <c:pt idx="227">
                  <c:v>44973</c:v>
                </c:pt>
                <c:pt idx="228">
                  <c:v>44974</c:v>
                </c:pt>
                <c:pt idx="229">
                  <c:v>44975</c:v>
                </c:pt>
                <c:pt idx="230">
                  <c:v>44976</c:v>
                </c:pt>
                <c:pt idx="231">
                  <c:v>44977</c:v>
                </c:pt>
                <c:pt idx="232">
                  <c:v>44978</c:v>
                </c:pt>
                <c:pt idx="233">
                  <c:v>44979</c:v>
                </c:pt>
                <c:pt idx="234">
                  <c:v>44980</c:v>
                </c:pt>
                <c:pt idx="235">
                  <c:v>44981</c:v>
                </c:pt>
                <c:pt idx="236">
                  <c:v>44982</c:v>
                </c:pt>
                <c:pt idx="237">
                  <c:v>44983</c:v>
                </c:pt>
                <c:pt idx="238">
                  <c:v>44984</c:v>
                </c:pt>
                <c:pt idx="239">
                  <c:v>44985</c:v>
                </c:pt>
                <c:pt idx="240">
                  <c:v>44986</c:v>
                </c:pt>
                <c:pt idx="241">
                  <c:v>44987</c:v>
                </c:pt>
                <c:pt idx="242">
                  <c:v>44988</c:v>
                </c:pt>
                <c:pt idx="243">
                  <c:v>44989</c:v>
                </c:pt>
                <c:pt idx="244">
                  <c:v>44990</c:v>
                </c:pt>
                <c:pt idx="245">
                  <c:v>44991</c:v>
                </c:pt>
                <c:pt idx="246">
                  <c:v>44992</c:v>
                </c:pt>
                <c:pt idx="247">
                  <c:v>44993</c:v>
                </c:pt>
                <c:pt idx="248">
                  <c:v>44994</c:v>
                </c:pt>
                <c:pt idx="249">
                  <c:v>44995</c:v>
                </c:pt>
                <c:pt idx="250">
                  <c:v>44996</c:v>
                </c:pt>
                <c:pt idx="251">
                  <c:v>44997</c:v>
                </c:pt>
                <c:pt idx="252">
                  <c:v>44998</c:v>
                </c:pt>
                <c:pt idx="253">
                  <c:v>44999</c:v>
                </c:pt>
                <c:pt idx="254">
                  <c:v>45000</c:v>
                </c:pt>
                <c:pt idx="255">
                  <c:v>45001</c:v>
                </c:pt>
                <c:pt idx="256">
                  <c:v>45002</c:v>
                </c:pt>
                <c:pt idx="257">
                  <c:v>45003</c:v>
                </c:pt>
                <c:pt idx="258">
                  <c:v>45004</c:v>
                </c:pt>
                <c:pt idx="259">
                  <c:v>45005</c:v>
                </c:pt>
                <c:pt idx="260">
                  <c:v>45006</c:v>
                </c:pt>
                <c:pt idx="261">
                  <c:v>45007</c:v>
                </c:pt>
                <c:pt idx="262">
                  <c:v>45008</c:v>
                </c:pt>
                <c:pt idx="263">
                  <c:v>45009</c:v>
                </c:pt>
                <c:pt idx="264">
                  <c:v>45010</c:v>
                </c:pt>
                <c:pt idx="265">
                  <c:v>45011</c:v>
                </c:pt>
                <c:pt idx="266">
                  <c:v>45012</c:v>
                </c:pt>
                <c:pt idx="267">
                  <c:v>45013</c:v>
                </c:pt>
                <c:pt idx="268">
                  <c:v>45014</c:v>
                </c:pt>
                <c:pt idx="269">
                  <c:v>45015</c:v>
                </c:pt>
                <c:pt idx="270">
                  <c:v>45016</c:v>
                </c:pt>
                <c:pt idx="271">
                  <c:v>45017</c:v>
                </c:pt>
                <c:pt idx="272">
                  <c:v>45018</c:v>
                </c:pt>
                <c:pt idx="273">
                  <c:v>45019</c:v>
                </c:pt>
                <c:pt idx="274">
                  <c:v>45020</c:v>
                </c:pt>
                <c:pt idx="275">
                  <c:v>45021</c:v>
                </c:pt>
                <c:pt idx="276">
                  <c:v>45022</c:v>
                </c:pt>
                <c:pt idx="277">
                  <c:v>45023</c:v>
                </c:pt>
                <c:pt idx="278">
                  <c:v>45024</c:v>
                </c:pt>
                <c:pt idx="279">
                  <c:v>45025</c:v>
                </c:pt>
                <c:pt idx="280">
                  <c:v>45026</c:v>
                </c:pt>
                <c:pt idx="281">
                  <c:v>45027</c:v>
                </c:pt>
                <c:pt idx="282">
                  <c:v>45028</c:v>
                </c:pt>
                <c:pt idx="283">
                  <c:v>45029</c:v>
                </c:pt>
                <c:pt idx="284">
                  <c:v>45030</c:v>
                </c:pt>
                <c:pt idx="285">
                  <c:v>45031</c:v>
                </c:pt>
                <c:pt idx="286">
                  <c:v>45032</c:v>
                </c:pt>
                <c:pt idx="287">
                  <c:v>45033</c:v>
                </c:pt>
                <c:pt idx="288">
                  <c:v>45034</c:v>
                </c:pt>
                <c:pt idx="289">
                  <c:v>45035</c:v>
                </c:pt>
                <c:pt idx="290">
                  <c:v>45036</c:v>
                </c:pt>
                <c:pt idx="291">
                  <c:v>45037</c:v>
                </c:pt>
                <c:pt idx="292">
                  <c:v>45038</c:v>
                </c:pt>
                <c:pt idx="293">
                  <c:v>45039</c:v>
                </c:pt>
                <c:pt idx="294">
                  <c:v>45040</c:v>
                </c:pt>
                <c:pt idx="295">
                  <c:v>45041</c:v>
                </c:pt>
                <c:pt idx="296">
                  <c:v>45042</c:v>
                </c:pt>
                <c:pt idx="297">
                  <c:v>45043</c:v>
                </c:pt>
                <c:pt idx="298">
                  <c:v>45044</c:v>
                </c:pt>
                <c:pt idx="299">
                  <c:v>45045</c:v>
                </c:pt>
                <c:pt idx="300">
                  <c:v>45046</c:v>
                </c:pt>
              </c:numCache>
            </c:numRef>
          </c:cat>
          <c:val>
            <c:numRef>
              <c:f>'Результат запроса'!$G$4:$G$304</c:f>
              <c:numCache>
                <c:formatCode>General</c:formatCode>
                <c:ptCount val="301"/>
                <c:pt idx="0">
                  <c:v>8.4745762711864403E-2</c:v>
                </c:pt>
                <c:pt idx="1">
                  <c:v>0.16949152542372881</c:v>
                </c:pt>
                <c:pt idx="2">
                  <c:v>8.4745762711864403E-2</c:v>
                </c:pt>
                <c:pt idx="3">
                  <c:v>0.22033898305084745</c:v>
                </c:pt>
                <c:pt idx="4">
                  <c:v>0.3728813559322034</c:v>
                </c:pt>
                <c:pt idx="5">
                  <c:v>0.3728813559322034</c:v>
                </c:pt>
                <c:pt idx="6">
                  <c:v>0.44067796610169491</c:v>
                </c:pt>
                <c:pt idx="7">
                  <c:v>0.25</c:v>
                </c:pt>
                <c:pt idx="8">
                  <c:v>0.2608695652173913</c:v>
                </c:pt>
                <c:pt idx="9">
                  <c:v>0.32608695652173914</c:v>
                </c:pt>
                <c:pt idx="10">
                  <c:v>0.34782608695652173</c:v>
                </c:pt>
                <c:pt idx="11">
                  <c:v>0.27173913043478259</c:v>
                </c:pt>
                <c:pt idx="12">
                  <c:v>0.36956521739130432</c:v>
                </c:pt>
                <c:pt idx="13">
                  <c:v>0.42391304347826086</c:v>
                </c:pt>
                <c:pt idx="14">
                  <c:v>0.16541353383458646</c:v>
                </c:pt>
                <c:pt idx="15">
                  <c:v>0.2857142857142857</c:v>
                </c:pt>
                <c:pt idx="16">
                  <c:v>0.25563909774436089</c:v>
                </c:pt>
                <c:pt idx="17">
                  <c:v>0.37593984962406013</c:v>
                </c:pt>
                <c:pt idx="18">
                  <c:v>0.32330827067669171</c:v>
                </c:pt>
                <c:pt idx="19">
                  <c:v>0.32330827067669171</c:v>
                </c:pt>
                <c:pt idx="20">
                  <c:v>0.39849624060150374</c:v>
                </c:pt>
                <c:pt idx="21">
                  <c:v>0.34426229508196721</c:v>
                </c:pt>
                <c:pt idx="22">
                  <c:v>0.26229508196721313</c:v>
                </c:pt>
                <c:pt idx="23">
                  <c:v>0.32240437158469948</c:v>
                </c:pt>
                <c:pt idx="24">
                  <c:v>0.32240437158469948</c:v>
                </c:pt>
                <c:pt idx="25">
                  <c:v>0.33333333333333331</c:v>
                </c:pt>
                <c:pt idx="26">
                  <c:v>0.34972677595628415</c:v>
                </c:pt>
                <c:pt idx="27">
                  <c:v>0.34972677595628415</c:v>
                </c:pt>
                <c:pt idx="28">
                  <c:v>0.25742574257425743</c:v>
                </c:pt>
                <c:pt idx="29">
                  <c:v>0.30693069306930693</c:v>
                </c:pt>
                <c:pt idx="30">
                  <c:v>0.2722772277227723</c:v>
                </c:pt>
                <c:pt idx="31">
                  <c:v>0.29702970297029702</c:v>
                </c:pt>
                <c:pt idx="32">
                  <c:v>0.25742574257425743</c:v>
                </c:pt>
                <c:pt idx="33">
                  <c:v>0.30693069306930693</c:v>
                </c:pt>
                <c:pt idx="34">
                  <c:v>0.29207920792079206</c:v>
                </c:pt>
                <c:pt idx="35">
                  <c:v>0.30051813471502592</c:v>
                </c:pt>
                <c:pt idx="36">
                  <c:v>0.27461139896373055</c:v>
                </c:pt>
                <c:pt idx="37">
                  <c:v>0.28497409326424872</c:v>
                </c:pt>
                <c:pt idx="38">
                  <c:v>0.33678756476683935</c:v>
                </c:pt>
                <c:pt idx="39">
                  <c:v>0.27979274611398963</c:v>
                </c:pt>
                <c:pt idx="40">
                  <c:v>0.38341968911917096</c:v>
                </c:pt>
                <c:pt idx="41">
                  <c:v>0.30569948186528495</c:v>
                </c:pt>
                <c:pt idx="42">
                  <c:v>0.26865671641791045</c:v>
                </c:pt>
                <c:pt idx="43">
                  <c:v>0.3383084577114428</c:v>
                </c:pt>
                <c:pt idx="44">
                  <c:v>0.29353233830845771</c:v>
                </c:pt>
                <c:pt idx="45">
                  <c:v>0.30348258706467662</c:v>
                </c:pt>
                <c:pt idx="46">
                  <c:v>0.28855721393034828</c:v>
                </c:pt>
                <c:pt idx="47">
                  <c:v>0.33333333333333331</c:v>
                </c:pt>
                <c:pt idx="48">
                  <c:v>0.30845771144278605</c:v>
                </c:pt>
                <c:pt idx="49">
                  <c:v>0.25728155339805825</c:v>
                </c:pt>
                <c:pt idx="50">
                  <c:v>0.29126213592233008</c:v>
                </c:pt>
                <c:pt idx="51">
                  <c:v>0.32524271844660196</c:v>
                </c:pt>
                <c:pt idx="52">
                  <c:v>0.32524271844660196</c:v>
                </c:pt>
                <c:pt idx="53">
                  <c:v>0.29611650485436891</c:v>
                </c:pt>
                <c:pt idx="54">
                  <c:v>0.30582524271844658</c:v>
                </c:pt>
                <c:pt idx="55">
                  <c:v>0.29611650485436891</c:v>
                </c:pt>
                <c:pt idx="56">
                  <c:v>0.28125</c:v>
                </c:pt>
                <c:pt idx="57">
                  <c:v>0.375</c:v>
                </c:pt>
                <c:pt idx="58">
                  <c:v>0.28125</c:v>
                </c:pt>
                <c:pt idx="59">
                  <c:v>0.34375</c:v>
                </c:pt>
                <c:pt idx="60">
                  <c:v>0.31770833333333331</c:v>
                </c:pt>
                <c:pt idx="61">
                  <c:v>0.30208333333333331</c:v>
                </c:pt>
                <c:pt idx="62">
                  <c:v>0.33333333333333331</c:v>
                </c:pt>
                <c:pt idx="63">
                  <c:v>0.31632653061224492</c:v>
                </c:pt>
                <c:pt idx="64">
                  <c:v>0.23469387755102042</c:v>
                </c:pt>
                <c:pt idx="65">
                  <c:v>0.25</c:v>
                </c:pt>
                <c:pt idx="66">
                  <c:v>0.30102040816326531</c:v>
                </c:pt>
                <c:pt idx="67">
                  <c:v>0.30612244897959184</c:v>
                </c:pt>
                <c:pt idx="68">
                  <c:v>0.27040816326530615</c:v>
                </c:pt>
                <c:pt idx="69">
                  <c:v>0.31122448979591838</c:v>
                </c:pt>
                <c:pt idx="70">
                  <c:v>0.28292682926829266</c:v>
                </c:pt>
                <c:pt idx="71">
                  <c:v>0.31219512195121951</c:v>
                </c:pt>
                <c:pt idx="72">
                  <c:v>0.31707317073170732</c:v>
                </c:pt>
                <c:pt idx="73">
                  <c:v>0.36097560975609755</c:v>
                </c:pt>
                <c:pt idx="74">
                  <c:v>0.28292682926829266</c:v>
                </c:pt>
                <c:pt idx="75">
                  <c:v>0.30243902439024389</c:v>
                </c:pt>
                <c:pt idx="76">
                  <c:v>0.33658536585365856</c:v>
                </c:pt>
                <c:pt idx="77">
                  <c:v>0.30985915492957744</c:v>
                </c:pt>
                <c:pt idx="78">
                  <c:v>0.31455399061032863</c:v>
                </c:pt>
                <c:pt idx="79">
                  <c:v>0.33333333333333331</c:v>
                </c:pt>
                <c:pt idx="80">
                  <c:v>0.31455399061032863</c:v>
                </c:pt>
                <c:pt idx="81">
                  <c:v>0.25821596244131456</c:v>
                </c:pt>
                <c:pt idx="82">
                  <c:v>0.27230046948356806</c:v>
                </c:pt>
                <c:pt idx="83">
                  <c:v>0.34272300469483569</c:v>
                </c:pt>
                <c:pt idx="84">
                  <c:v>0.27884615384615385</c:v>
                </c:pt>
                <c:pt idx="85">
                  <c:v>0.36538461538461536</c:v>
                </c:pt>
                <c:pt idx="86">
                  <c:v>0.29807692307692307</c:v>
                </c:pt>
                <c:pt idx="87">
                  <c:v>0.31730769230769229</c:v>
                </c:pt>
                <c:pt idx="88">
                  <c:v>0.28365384615384615</c:v>
                </c:pt>
                <c:pt idx="89">
                  <c:v>0.29326923076923078</c:v>
                </c:pt>
                <c:pt idx="90">
                  <c:v>0.25</c:v>
                </c:pt>
                <c:pt idx="91">
                  <c:v>0.33333333333333331</c:v>
                </c:pt>
                <c:pt idx="92">
                  <c:v>0.33816425120772947</c:v>
                </c:pt>
                <c:pt idx="93">
                  <c:v>0.21739130434782608</c:v>
                </c:pt>
                <c:pt idx="94">
                  <c:v>0.3719806763285024</c:v>
                </c:pt>
                <c:pt idx="95">
                  <c:v>0.29468599033816423</c:v>
                </c:pt>
                <c:pt idx="96">
                  <c:v>0.27053140096618356</c:v>
                </c:pt>
                <c:pt idx="97">
                  <c:v>0.3188405797101449</c:v>
                </c:pt>
                <c:pt idx="98">
                  <c:v>0.25</c:v>
                </c:pt>
                <c:pt idx="99">
                  <c:v>0.28921568627450983</c:v>
                </c:pt>
                <c:pt idx="100">
                  <c:v>0.31862745098039214</c:v>
                </c:pt>
                <c:pt idx="101">
                  <c:v>0.25980392156862747</c:v>
                </c:pt>
                <c:pt idx="102">
                  <c:v>0.35294117647058826</c:v>
                </c:pt>
                <c:pt idx="103">
                  <c:v>0.30392156862745096</c:v>
                </c:pt>
                <c:pt idx="104">
                  <c:v>0.30392156862745096</c:v>
                </c:pt>
                <c:pt idx="105">
                  <c:v>0.34825870646766172</c:v>
                </c:pt>
                <c:pt idx="106">
                  <c:v>0.30845771144278605</c:v>
                </c:pt>
                <c:pt idx="107">
                  <c:v>0.4079601990049751</c:v>
                </c:pt>
                <c:pt idx="108">
                  <c:v>0.25870646766169153</c:v>
                </c:pt>
                <c:pt idx="109">
                  <c:v>0.32338308457711445</c:v>
                </c:pt>
                <c:pt idx="110">
                  <c:v>0.31840796019900497</c:v>
                </c:pt>
                <c:pt idx="111">
                  <c:v>0.28358208955223879</c:v>
                </c:pt>
                <c:pt idx="112">
                  <c:v>0.27230046948356806</c:v>
                </c:pt>
                <c:pt idx="113">
                  <c:v>0.30985915492957744</c:v>
                </c:pt>
                <c:pt idx="114">
                  <c:v>0.28169014084507044</c:v>
                </c:pt>
                <c:pt idx="115">
                  <c:v>0.25821596244131456</c:v>
                </c:pt>
                <c:pt idx="116">
                  <c:v>0.30516431924882631</c:v>
                </c:pt>
                <c:pt idx="117">
                  <c:v>0.25352112676056338</c:v>
                </c:pt>
                <c:pt idx="118">
                  <c:v>0.30985915492957744</c:v>
                </c:pt>
                <c:pt idx="119">
                  <c:v>0.3364485981308411</c:v>
                </c:pt>
                <c:pt idx="120">
                  <c:v>0.27102803738317754</c:v>
                </c:pt>
                <c:pt idx="121">
                  <c:v>0.2570093457943925</c:v>
                </c:pt>
                <c:pt idx="122">
                  <c:v>0.26168224299065418</c:v>
                </c:pt>
                <c:pt idx="123">
                  <c:v>0.29439252336448596</c:v>
                </c:pt>
                <c:pt idx="124">
                  <c:v>0.32242990654205606</c:v>
                </c:pt>
                <c:pt idx="125">
                  <c:v>0.28971962616822428</c:v>
                </c:pt>
                <c:pt idx="126">
                  <c:v>0.29556650246305421</c:v>
                </c:pt>
                <c:pt idx="127">
                  <c:v>0.29556650246305421</c:v>
                </c:pt>
                <c:pt idx="128">
                  <c:v>0.29556650246305421</c:v>
                </c:pt>
                <c:pt idx="129">
                  <c:v>0.27093596059113301</c:v>
                </c:pt>
                <c:pt idx="130">
                  <c:v>0.30541871921182268</c:v>
                </c:pt>
                <c:pt idx="131">
                  <c:v>0.26108374384236455</c:v>
                </c:pt>
                <c:pt idx="132">
                  <c:v>0.26600985221674878</c:v>
                </c:pt>
                <c:pt idx="133">
                  <c:v>0.22772277227722773</c:v>
                </c:pt>
                <c:pt idx="134">
                  <c:v>0.2722772277227723</c:v>
                </c:pt>
                <c:pt idx="135">
                  <c:v>0.25247524752475248</c:v>
                </c:pt>
                <c:pt idx="136">
                  <c:v>0.28712871287128711</c:v>
                </c:pt>
                <c:pt idx="137">
                  <c:v>0.25247524752475248</c:v>
                </c:pt>
                <c:pt idx="138">
                  <c:v>0.19801980198019803</c:v>
                </c:pt>
                <c:pt idx="139">
                  <c:v>0.24752475247524752</c:v>
                </c:pt>
                <c:pt idx="140">
                  <c:v>0.20359281437125748</c:v>
                </c:pt>
                <c:pt idx="141">
                  <c:v>0.24550898203592814</c:v>
                </c:pt>
                <c:pt idx="142">
                  <c:v>0.23353293413173654</c:v>
                </c:pt>
                <c:pt idx="143">
                  <c:v>0.19161676646706588</c:v>
                </c:pt>
                <c:pt idx="144">
                  <c:v>0.19161676646706588</c:v>
                </c:pt>
                <c:pt idx="145">
                  <c:v>0.18562874251497005</c:v>
                </c:pt>
                <c:pt idx="146">
                  <c:v>0.20958083832335328</c:v>
                </c:pt>
                <c:pt idx="147">
                  <c:v>0.20382165605095542</c:v>
                </c:pt>
                <c:pt idx="148">
                  <c:v>0.1464968152866242</c:v>
                </c:pt>
                <c:pt idx="149">
                  <c:v>0.22292993630573249</c:v>
                </c:pt>
                <c:pt idx="150">
                  <c:v>0.20382165605095542</c:v>
                </c:pt>
                <c:pt idx="151">
                  <c:v>0.15923566878980891</c:v>
                </c:pt>
                <c:pt idx="152">
                  <c:v>0.12101910828025478</c:v>
                </c:pt>
                <c:pt idx="153">
                  <c:v>0.19108280254777071</c:v>
                </c:pt>
                <c:pt idx="154">
                  <c:v>0.14743589743589744</c:v>
                </c:pt>
                <c:pt idx="155">
                  <c:v>0.20512820512820512</c:v>
                </c:pt>
                <c:pt idx="156">
                  <c:v>0.22435897435897437</c:v>
                </c:pt>
                <c:pt idx="157">
                  <c:v>0.1858974358974359</c:v>
                </c:pt>
                <c:pt idx="158">
                  <c:v>0.23076923076923078</c:v>
                </c:pt>
                <c:pt idx="159">
                  <c:v>0.19230769230769232</c:v>
                </c:pt>
                <c:pt idx="160">
                  <c:v>0.16025641025641027</c:v>
                </c:pt>
                <c:pt idx="161">
                  <c:v>0.20261437908496732</c:v>
                </c:pt>
                <c:pt idx="162">
                  <c:v>0.22222222222222221</c:v>
                </c:pt>
                <c:pt idx="163">
                  <c:v>0.1437908496732026</c:v>
                </c:pt>
                <c:pt idx="164">
                  <c:v>0.16993464052287582</c:v>
                </c:pt>
                <c:pt idx="165">
                  <c:v>0.17647058823529413</c:v>
                </c:pt>
                <c:pt idx="166">
                  <c:v>0.18300653594771241</c:v>
                </c:pt>
                <c:pt idx="167">
                  <c:v>0.13071895424836602</c:v>
                </c:pt>
                <c:pt idx="168">
                  <c:v>0.22068965517241379</c:v>
                </c:pt>
                <c:pt idx="169">
                  <c:v>0.19310344827586207</c:v>
                </c:pt>
                <c:pt idx="170">
                  <c:v>0.19310344827586207</c:v>
                </c:pt>
                <c:pt idx="171">
                  <c:v>0.2</c:v>
                </c:pt>
                <c:pt idx="172">
                  <c:v>0.24827586206896551</c:v>
                </c:pt>
                <c:pt idx="173">
                  <c:v>0.16551724137931034</c:v>
                </c:pt>
                <c:pt idx="174">
                  <c:v>0.22758620689655173</c:v>
                </c:pt>
                <c:pt idx="175">
                  <c:v>0.18439716312056736</c:v>
                </c:pt>
                <c:pt idx="176">
                  <c:v>0.1702127659574468</c:v>
                </c:pt>
                <c:pt idx="177">
                  <c:v>0.22695035460992907</c:v>
                </c:pt>
                <c:pt idx="178">
                  <c:v>0.20567375886524822</c:v>
                </c:pt>
                <c:pt idx="179">
                  <c:v>0.15602836879432624</c:v>
                </c:pt>
                <c:pt idx="180">
                  <c:v>0.26241134751773049</c:v>
                </c:pt>
                <c:pt idx="181">
                  <c:v>0.1702127659574468</c:v>
                </c:pt>
                <c:pt idx="182">
                  <c:v>0.18421052631578946</c:v>
                </c:pt>
                <c:pt idx="183">
                  <c:v>0.21052631578947367</c:v>
                </c:pt>
                <c:pt idx="184">
                  <c:v>0.24210526315789474</c:v>
                </c:pt>
                <c:pt idx="185">
                  <c:v>0.18947368421052632</c:v>
                </c:pt>
                <c:pt idx="186">
                  <c:v>0.24210526315789474</c:v>
                </c:pt>
                <c:pt idx="187">
                  <c:v>0.18421052631578946</c:v>
                </c:pt>
                <c:pt idx="188">
                  <c:v>0.27894736842105261</c:v>
                </c:pt>
                <c:pt idx="189">
                  <c:v>0.22746781115879827</c:v>
                </c:pt>
                <c:pt idx="190">
                  <c:v>0.22317596566523606</c:v>
                </c:pt>
                <c:pt idx="191">
                  <c:v>0.27896995708154504</c:v>
                </c:pt>
                <c:pt idx="192">
                  <c:v>0.22317596566523606</c:v>
                </c:pt>
                <c:pt idx="193">
                  <c:v>0.26609442060085836</c:v>
                </c:pt>
                <c:pt idx="194">
                  <c:v>0.33047210300429186</c:v>
                </c:pt>
                <c:pt idx="195">
                  <c:v>0.26180257510729615</c:v>
                </c:pt>
                <c:pt idx="196">
                  <c:v>0.25735294117647056</c:v>
                </c:pt>
                <c:pt idx="197">
                  <c:v>0.24264705882352941</c:v>
                </c:pt>
                <c:pt idx="198">
                  <c:v>0.26838235294117646</c:v>
                </c:pt>
                <c:pt idx="199">
                  <c:v>0.26838235294117646</c:v>
                </c:pt>
                <c:pt idx="200">
                  <c:v>0.29411764705882354</c:v>
                </c:pt>
                <c:pt idx="201">
                  <c:v>0.27573529411764708</c:v>
                </c:pt>
                <c:pt idx="202">
                  <c:v>0.33088235294117646</c:v>
                </c:pt>
                <c:pt idx="203">
                  <c:v>0.26440677966101694</c:v>
                </c:pt>
                <c:pt idx="204">
                  <c:v>0.30508474576271188</c:v>
                </c:pt>
                <c:pt idx="205">
                  <c:v>0.29830508474576273</c:v>
                </c:pt>
                <c:pt idx="206">
                  <c:v>0.28135593220338984</c:v>
                </c:pt>
                <c:pt idx="207">
                  <c:v>0.31186440677966104</c:v>
                </c:pt>
                <c:pt idx="208">
                  <c:v>0.33559322033898303</c:v>
                </c:pt>
                <c:pt idx="209">
                  <c:v>0.31525423728813562</c:v>
                </c:pt>
                <c:pt idx="210">
                  <c:v>0.33236994219653176</c:v>
                </c:pt>
                <c:pt idx="211">
                  <c:v>0.31213872832369943</c:v>
                </c:pt>
                <c:pt idx="212">
                  <c:v>0.32369942196531792</c:v>
                </c:pt>
                <c:pt idx="213">
                  <c:v>0.24855491329479767</c:v>
                </c:pt>
                <c:pt idx="214">
                  <c:v>0.2832369942196532</c:v>
                </c:pt>
                <c:pt idx="215">
                  <c:v>0.28901734104046245</c:v>
                </c:pt>
                <c:pt idx="216">
                  <c:v>0.27456647398843931</c:v>
                </c:pt>
                <c:pt idx="217">
                  <c:v>0.28823529411764703</c:v>
                </c:pt>
                <c:pt idx="218">
                  <c:v>0.26470588235294118</c:v>
                </c:pt>
                <c:pt idx="219">
                  <c:v>0.31470588235294117</c:v>
                </c:pt>
                <c:pt idx="220">
                  <c:v>0.29705882352941176</c:v>
                </c:pt>
                <c:pt idx="221">
                  <c:v>0.30588235294117649</c:v>
                </c:pt>
                <c:pt idx="222">
                  <c:v>0.28823529411764703</c:v>
                </c:pt>
                <c:pt idx="223">
                  <c:v>0.29705882352941176</c:v>
                </c:pt>
                <c:pt idx="224">
                  <c:v>0.27089337175792505</c:v>
                </c:pt>
                <c:pt idx="225">
                  <c:v>0.31123919308357351</c:v>
                </c:pt>
                <c:pt idx="226">
                  <c:v>0.29682997118155618</c:v>
                </c:pt>
                <c:pt idx="227">
                  <c:v>0.2737752161383285</c:v>
                </c:pt>
                <c:pt idx="228">
                  <c:v>0.30835734870317005</c:v>
                </c:pt>
                <c:pt idx="229">
                  <c:v>0.33429394812680113</c:v>
                </c:pt>
                <c:pt idx="230">
                  <c:v>0.31412103746397696</c:v>
                </c:pt>
                <c:pt idx="231">
                  <c:v>0.21875</c:v>
                </c:pt>
                <c:pt idx="232">
                  <c:v>0.25520833333333331</c:v>
                </c:pt>
                <c:pt idx="233">
                  <c:v>0.29947916666666669</c:v>
                </c:pt>
                <c:pt idx="234">
                  <c:v>0.24739583333333334</c:v>
                </c:pt>
                <c:pt idx="235">
                  <c:v>0.27604166666666669</c:v>
                </c:pt>
                <c:pt idx="236">
                  <c:v>0.30729166666666669</c:v>
                </c:pt>
                <c:pt idx="237">
                  <c:v>0.33072916666666669</c:v>
                </c:pt>
                <c:pt idx="238">
                  <c:v>0.1702127659574468</c:v>
                </c:pt>
                <c:pt idx="239">
                  <c:v>0.2144026186579378</c:v>
                </c:pt>
                <c:pt idx="240">
                  <c:v>0.21276595744680851</c:v>
                </c:pt>
                <c:pt idx="241">
                  <c:v>0.22585924713584288</c:v>
                </c:pt>
                <c:pt idx="242">
                  <c:v>0.27332242225859249</c:v>
                </c:pt>
                <c:pt idx="243">
                  <c:v>0.27823240589198034</c:v>
                </c:pt>
                <c:pt idx="244">
                  <c:v>0.27004909983633391</c:v>
                </c:pt>
                <c:pt idx="245">
                  <c:v>0.20926966292134833</c:v>
                </c:pt>
                <c:pt idx="246">
                  <c:v>0.21207865168539325</c:v>
                </c:pt>
                <c:pt idx="247">
                  <c:v>0.24297752808988765</c:v>
                </c:pt>
                <c:pt idx="248">
                  <c:v>0.21067415730337077</c:v>
                </c:pt>
                <c:pt idx="249">
                  <c:v>0.22752808988764045</c:v>
                </c:pt>
                <c:pt idx="250">
                  <c:v>0.24578651685393257</c:v>
                </c:pt>
                <c:pt idx="251">
                  <c:v>0.24719101123595505</c:v>
                </c:pt>
                <c:pt idx="252">
                  <c:v>0.23316062176165803</c:v>
                </c:pt>
                <c:pt idx="253">
                  <c:v>0.21761658031088082</c:v>
                </c:pt>
                <c:pt idx="254">
                  <c:v>0.23963730569948186</c:v>
                </c:pt>
                <c:pt idx="255">
                  <c:v>0.2344559585492228</c:v>
                </c:pt>
                <c:pt idx="256">
                  <c:v>0.22279792746113988</c:v>
                </c:pt>
                <c:pt idx="257">
                  <c:v>0.2422279792746114</c:v>
                </c:pt>
                <c:pt idx="258">
                  <c:v>0.28238341968911918</c:v>
                </c:pt>
                <c:pt idx="259">
                  <c:v>0.28048780487804881</c:v>
                </c:pt>
                <c:pt idx="260">
                  <c:v>0.29573170731707316</c:v>
                </c:pt>
                <c:pt idx="261">
                  <c:v>0.19969512195121952</c:v>
                </c:pt>
                <c:pt idx="262">
                  <c:v>0.26829268292682928</c:v>
                </c:pt>
                <c:pt idx="263">
                  <c:v>0.2073170731707317</c:v>
                </c:pt>
                <c:pt idx="264">
                  <c:v>0.23323170731707318</c:v>
                </c:pt>
                <c:pt idx="265">
                  <c:v>0.2423780487804878</c:v>
                </c:pt>
                <c:pt idx="266">
                  <c:v>0.21633888048411498</c:v>
                </c:pt>
                <c:pt idx="267">
                  <c:v>0.23600605143721634</c:v>
                </c:pt>
                <c:pt idx="268">
                  <c:v>0.22844175491679275</c:v>
                </c:pt>
                <c:pt idx="269">
                  <c:v>0.22390317700453857</c:v>
                </c:pt>
                <c:pt idx="270">
                  <c:v>0.2783661119515885</c:v>
                </c:pt>
                <c:pt idx="271">
                  <c:v>0.30862329803328292</c:v>
                </c:pt>
                <c:pt idx="272">
                  <c:v>0.32526475037821484</c:v>
                </c:pt>
                <c:pt idx="273">
                  <c:v>0.2832618025751073</c:v>
                </c:pt>
                <c:pt idx="274">
                  <c:v>0.28469241773962806</c:v>
                </c:pt>
                <c:pt idx="275">
                  <c:v>0.26895565092989987</c:v>
                </c:pt>
                <c:pt idx="276">
                  <c:v>0.28183118741058655</c:v>
                </c:pt>
                <c:pt idx="277">
                  <c:v>0.27467811158798283</c:v>
                </c:pt>
                <c:pt idx="278">
                  <c:v>0.28612303290414881</c:v>
                </c:pt>
                <c:pt idx="279">
                  <c:v>0.27467811158798283</c:v>
                </c:pt>
                <c:pt idx="280">
                  <c:v>0.28013029315960913</c:v>
                </c:pt>
                <c:pt idx="281">
                  <c:v>0.26058631921824105</c:v>
                </c:pt>
                <c:pt idx="282">
                  <c:v>0.2736156351791531</c:v>
                </c:pt>
                <c:pt idx="283">
                  <c:v>0.27850162866449513</c:v>
                </c:pt>
                <c:pt idx="284">
                  <c:v>0.250814332247557</c:v>
                </c:pt>
                <c:pt idx="285">
                  <c:v>0.23778501628664495</c:v>
                </c:pt>
                <c:pt idx="286">
                  <c:v>0.27035830618892509</c:v>
                </c:pt>
                <c:pt idx="287">
                  <c:v>0.24587155963302754</c:v>
                </c:pt>
                <c:pt idx="288">
                  <c:v>0.27339449541284405</c:v>
                </c:pt>
                <c:pt idx="289">
                  <c:v>0.24220183486238533</c:v>
                </c:pt>
                <c:pt idx="290">
                  <c:v>0.24036697247706423</c:v>
                </c:pt>
                <c:pt idx="291">
                  <c:v>0.19082568807339451</c:v>
                </c:pt>
                <c:pt idx="292">
                  <c:v>0.19266055045871561</c:v>
                </c:pt>
                <c:pt idx="293">
                  <c:v>0.19266055045871561</c:v>
                </c:pt>
                <c:pt idx="294">
                  <c:v>0.2132701421800948</c:v>
                </c:pt>
                <c:pt idx="295">
                  <c:v>0.23933649289099526</c:v>
                </c:pt>
                <c:pt idx="296">
                  <c:v>0.21800947867298578</c:v>
                </c:pt>
                <c:pt idx="297">
                  <c:v>0.16113744075829384</c:v>
                </c:pt>
                <c:pt idx="298">
                  <c:v>0.17772511848341233</c:v>
                </c:pt>
                <c:pt idx="299">
                  <c:v>0.17298578199052134</c:v>
                </c:pt>
                <c:pt idx="300">
                  <c:v>0.16824644549763032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C65-AF43-B828-59504A516310}"/>
            </c:ext>
          </c:extLst>
        </c:ser>
        <c:ser>
          <c:idx val="1"/>
          <c:order val="1"/>
          <c:tx>
            <c:strRef>
              <c:f>'Результат запроса'!$H$1</c:f>
              <c:strCache>
                <c:ptCount val="1"/>
                <c:pt idx="0">
                  <c:v>SFM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'Результат запроса'!$A$4:$A$304</c:f>
              <c:numCache>
                <c:formatCode>m/d/yy</c:formatCode>
                <c:ptCount val="301"/>
                <c:pt idx="0">
                  <c:v>44746</c:v>
                </c:pt>
                <c:pt idx="1">
                  <c:v>44747</c:v>
                </c:pt>
                <c:pt idx="2">
                  <c:v>44748</c:v>
                </c:pt>
                <c:pt idx="3">
                  <c:v>44749</c:v>
                </c:pt>
                <c:pt idx="4">
                  <c:v>44750</c:v>
                </c:pt>
                <c:pt idx="5">
                  <c:v>44751</c:v>
                </c:pt>
                <c:pt idx="6">
                  <c:v>44752</c:v>
                </c:pt>
                <c:pt idx="7">
                  <c:v>44753</c:v>
                </c:pt>
                <c:pt idx="8">
                  <c:v>44754</c:v>
                </c:pt>
                <c:pt idx="9">
                  <c:v>44755</c:v>
                </c:pt>
                <c:pt idx="10">
                  <c:v>44756</c:v>
                </c:pt>
                <c:pt idx="11">
                  <c:v>44757</c:v>
                </c:pt>
                <c:pt idx="12">
                  <c:v>44758</c:v>
                </c:pt>
                <c:pt idx="13">
                  <c:v>44759</c:v>
                </c:pt>
                <c:pt idx="14">
                  <c:v>44760</c:v>
                </c:pt>
                <c:pt idx="15">
                  <c:v>44761</c:v>
                </c:pt>
                <c:pt idx="16">
                  <c:v>44762</c:v>
                </c:pt>
                <c:pt idx="17">
                  <c:v>44763</c:v>
                </c:pt>
                <c:pt idx="18">
                  <c:v>44764</c:v>
                </c:pt>
                <c:pt idx="19">
                  <c:v>44765</c:v>
                </c:pt>
                <c:pt idx="20">
                  <c:v>44766</c:v>
                </c:pt>
                <c:pt idx="21">
                  <c:v>44767</c:v>
                </c:pt>
                <c:pt idx="22">
                  <c:v>44768</c:v>
                </c:pt>
                <c:pt idx="23">
                  <c:v>44769</c:v>
                </c:pt>
                <c:pt idx="24">
                  <c:v>44770</c:v>
                </c:pt>
                <c:pt idx="25">
                  <c:v>44771</c:v>
                </c:pt>
                <c:pt idx="26">
                  <c:v>44772</c:v>
                </c:pt>
                <c:pt idx="27">
                  <c:v>44773</c:v>
                </c:pt>
                <c:pt idx="28">
                  <c:v>44774</c:v>
                </c:pt>
                <c:pt idx="29">
                  <c:v>44775</c:v>
                </c:pt>
                <c:pt idx="30">
                  <c:v>44776</c:v>
                </c:pt>
                <c:pt idx="31">
                  <c:v>44777</c:v>
                </c:pt>
                <c:pt idx="32">
                  <c:v>44778</c:v>
                </c:pt>
                <c:pt idx="33">
                  <c:v>44779</c:v>
                </c:pt>
                <c:pt idx="34">
                  <c:v>44780</c:v>
                </c:pt>
                <c:pt idx="35">
                  <c:v>44781</c:v>
                </c:pt>
                <c:pt idx="36">
                  <c:v>44782</c:v>
                </c:pt>
                <c:pt idx="37">
                  <c:v>44783</c:v>
                </c:pt>
                <c:pt idx="38">
                  <c:v>44784</c:v>
                </c:pt>
                <c:pt idx="39">
                  <c:v>44785</c:v>
                </c:pt>
                <c:pt idx="40">
                  <c:v>44786</c:v>
                </c:pt>
                <c:pt idx="41">
                  <c:v>44787</c:v>
                </c:pt>
                <c:pt idx="42">
                  <c:v>44788</c:v>
                </c:pt>
                <c:pt idx="43">
                  <c:v>44789</c:v>
                </c:pt>
                <c:pt idx="44">
                  <c:v>44790</c:v>
                </c:pt>
                <c:pt idx="45">
                  <c:v>44791</c:v>
                </c:pt>
                <c:pt idx="46">
                  <c:v>44792</c:v>
                </c:pt>
                <c:pt idx="47">
                  <c:v>44793</c:v>
                </c:pt>
                <c:pt idx="48">
                  <c:v>44794</c:v>
                </c:pt>
                <c:pt idx="49">
                  <c:v>44795</c:v>
                </c:pt>
                <c:pt idx="50">
                  <c:v>44796</c:v>
                </c:pt>
                <c:pt idx="51">
                  <c:v>44797</c:v>
                </c:pt>
                <c:pt idx="52">
                  <c:v>44798</c:v>
                </c:pt>
                <c:pt idx="53">
                  <c:v>44799</c:v>
                </c:pt>
                <c:pt idx="54">
                  <c:v>44800</c:v>
                </c:pt>
                <c:pt idx="55">
                  <c:v>44801</c:v>
                </c:pt>
                <c:pt idx="56">
                  <c:v>44802</c:v>
                </c:pt>
                <c:pt idx="57">
                  <c:v>44803</c:v>
                </c:pt>
                <c:pt idx="58">
                  <c:v>44804</c:v>
                </c:pt>
                <c:pt idx="59">
                  <c:v>44805</c:v>
                </c:pt>
                <c:pt idx="60">
                  <c:v>44806</c:v>
                </c:pt>
                <c:pt idx="61">
                  <c:v>44807</c:v>
                </c:pt>
                <c:pt idx="62">
                  <c:v>44808</c:v>
                </c:pt>
                <c:pt idx="63">
                  <c:v>44809</c:v>
                </c:pt>
                <c:pt idx="64">
                  <c:v>44810</c:v>
                </c:pt>
                <c:pt idx="65">
                  <c:v>44811</c:v>
                </c:pt>
                <c:pt idx="66">
                  <c:v>44812</c:v>
                </c:pt>
                <c:pt idx="67">
                  <c:v>44813</c:v>
                </c:pt>
                <c:pt idx="68">
                  <c:v>44814</c:v>
                </c:pt>
                <c:pt idx="69">
                  <c:v>44815</c:v>
                </c:pt>
                <c:pt idx="70">
                  <c:v>44816</c:v>
                </c:pt>
                <c:pt idx="71">
                  <c:v>44817</c:v>
                </c:pt>
                <c:pt idx="72">
                  <c:v>44818</c:v>
                </c:pt>
                <c:pt idx="73">
                  <c:v>44819</c:v>
                </c:pt>
                <c:pt idx="74">
                  <c:v>44820</c:v>
                </c:pt>
                <c:pt idx="75">
                  <c:v>44821</c:v>
                </c:pt>
                <c:pt idx="76">
                  <c:v>44822</c:v>
                </c:pt>
                <c:pt idx="77">
                  <c:v>44823</c:v>
                </c:pt>
                <c:pt idx="78">
                  <c:v>44824</c:v>
                </c:pt>
                <c:pt idx="79">
                  <c:v>44825</c:v>
                </c:pt>
                <c:pt idx="80">
                  <c:v>44826</c:v>
                </c:pt>
                <c:pt idx="81">
                  <c:v>44827</c:v>
                </c:pt>
                <c:pt idx="82">
                  <c:v>44828</c:v>
                </c:pt>
                <c:pt idx="83">
                  <c:v>44829</c:v>
                </c:pt>
                <c:pt idx="84">
                  <c:v>44830</c:v>
                </c:pt>
                <c:pt idx="85">
                  <c:v>44831</c:v>
                </c:pt>
                <c:pt idx="86">
                  <c:v>44832</c:v>
                </c:pt>
                <c:pt idx="87">
                  <c:v>44833</c:v>
                </c:pt>
                <c:pt idx="88">
                  <c:v>44834</c:v>
                </c:pt>
                <c:pt idx="89">
                  <c:v>44835</c:v>
                </c:pt>
                <c:pt idx="90">
                  <c:v>44836</c:v>
                </c:pt>
                <c:pt idx="91">
                  <c:v>44837</c:v>
                </c:pt>
                <c:pt idx="92">
                  <c:v>44838</c:v>
                </c:pt>
                <c:pt idx="93">
                  <c:v>44839</c:v>
                </c:pt>
                <c:pt idx="94">
                  <c:v>44840</c:v>
                </c:pt>
                <c:pt idx="95">
                  <c:v>44841</c:v>
                </c:pt>
                <c:pt idx="96">
                  <c:v>44842</c:v>
                </c:pt>
                <c:pt idx="97">
                  <c:v>44843</c:v>
                </c:pt>
                <c:pt idx="98">
                  <c:v>44844</c:v>
                </c:pt>
                <c:pt idx="99">
                  <c:v>44845</c:v>
                </c:pt>
                <c:pt idx="100">
                  <c:v>44846</c:v>
                </c:pt>
                <c:pt idx="101">
                  <c:v>44847</c:v>
                </c:pt>
                <c:pt idx="102">
                  <c:v>44848</c:v>
                </c:pt>
                <c:pt idx="103">
                  <c:v>44849</c:v>
                </c:pt>
                <c:pt idx="104">
                  <c:v>44850</c:v>
                </c:pt>
                <c:pt idx="105">
                  <c:v>44851</c:v>
                </c:pt>
                <c:pt idx="106">
                  <c:v>44852</c:v>
                </c:pt>
                <c:pt idx="107">
                  <c:v>44853</c:v>
                </c:pt>
                <c:pt idx="108">
                  <c:v>44854</c:v>
                </c:pt>
                <c:pt idx="109">
                  <c:v>44855</c:v>
                </c:pt>
                <c:pt idx="110">
                  <c:v>44856</c:v>
                </c:pt>
                <c:pt idx="111">
                  <c:v>44857</c:v>
                </c:pt>
                <c:pt idx="112">
                  <c:v>44858</c:v>
                </c:pt>
                <c:pt idx="113">
                  <c:v>44859</c:v>
                </c:pt>
                <c:pt idx="114">
                  <c:v>44860</c:v>
                </c:pt>
                <c:pt idx="115">
                  <c:v>44861</c:v>
                </c:pt>
                <c:pt idx="116">
                  <c:v>44862</c:v>
                </c:pt>
                <c:pt idx="117">
                  <c:v>44863</c:v>
                </c:pt>
                <c:pt idx="118">
                  <c:v>44864</c:v>
                </c:pt>
                <c:pt idx="119">
                  <c:v>44865</c:v>
                </c:pt>
                <c:pt idx="120">
                  <c:v>44866</c:v>
                </c:pt>
                <c:pt idx="121">
                  <c:v>44867</c:v>
                </c:pt>
                <c:pt idx="122">
                  <c:v>44868</c:v>
                </c:pt>
                <c:pt idx="123">
                  <c:v>44869</c:v>
                </c:pt>
                <c:pt idx="124">
                  <c:v>44870</c:v>
                </c:pt>
                <c:pt idx="125">
                  <c:v>44871</c:v>
                </c:pt>
                <c:pt idx="126">
                  <c:v>44872</c:v>
                </c:pt>
                <c:pt idx="127">
                  <c:v>44873</c:v>
                </c:pt>
                <c:pt idx="128">
                  <c:v>44874</c:v>
                </c:pt>
                <c:pt idx="129">
                  <c:v>44875</c:v>
                </c:pt>
                <c:pt idx="130">
                  <c:v>44876</c:v>
                </c:pt>
                <c:pt idx="131">
                  <c:v>44877</c:v>
                </c:pt>
                <c:pt idx="132">
                  <c:v>44878</c:v>
                </c:pt>
                <c:pt idx="133">
                  <c:v>44879</c:v>
                </c:pt>
                <c:pt idx="134">
                  <c:v>44880</c:v>
                </c:pt>
                <c:pt idx="135">
                  <c:v>44881</c:v>
                </c:pt>
                <c:pt idx="136">
                  <c:v>44882</c:v>
                </c:pt>
                <c:pt idx="137">
                  <c:v>44883</c:v>
                </c:pt>
                <c:pt idx="138">
                  <c:v>44884</c:v>
                </c:pt>
                <c:pt idx="139">
                  <c:v>44885</c:v>
                </c:pt>
                <c:pt idx="140">
                  <c:v>44886</c:v>
                </c:pt>
                <c:pt idx="141">
                  <c:v>44887</c:v>
                </c:pt>
                <c:pt idx="142">
                  <c:v>44888</c:v>
                </c:pt>
                <c:pt idx="143">
                  <c:v>44889</c:v>
                </c:pt>
                <c:pt idx="144">
                  <c:v>44890</c:v>
                </c:pt>
                <c:pt idx="145">
                  <c:v>44891</c:v>
                </c:pt>
                <c:pt idx="146">
                  <c:v>44892</c:v>
                </c:pt>
                <c:pt idx="147">
                  <c:v>44893</c:v>
                </c:pt>
                <c:pt idx="148">
                  <c:v>44894</c:v>
                </c:pt>
                <c:pt idx="149">
                  <c:v>44895</c:v>
                </c:pt>
                <c:pt idx="150">
                  <c:v>44896</c:v>
                </c:pt>
                <c:pt idx="151">
                  <c:v>44897</c:v>
                </c:pt>
                <c:pt idx="152">
                  <c:v>44898</c:v>
                </c:pt>
                <c:pt idx="153">
                  <c:v>44899</c:v>
                </c:pt>
                <c:pt idx="154">
                  <c:v>44900</c:v>
                </c:pt>
                <c:pt idx="155">
                  <c:v>44901</c:v>
                </c:pt>
                <c:pt idx="156">
                  <c:v>44902</c:v>
                </c:pt>
                <c:pt idx="157">
                  <c:v>44903</c:v>
                </c:pt>
                <c:pt idx="158">
                  <c:v>44904</c:v>
                </c:pt>
                <c:pt idx="159">
                  <c:v>44905</c:v>
                </c:pt>
                <c:pt idx="160">
                  <c:v>44906</c:v>
                </c:pt>
                <c:pt idx="161">
                  <c:v>44907</c:v>
                </c:pt>
                <c:pt idx="162">
                  <c:v>44908</c:v>
                </c:pt>
                <c:pt idx="163">
                  <c:v>44909</c:v>
                </c:pt>
                <c:pt idx="164">
                  <c:v>44910</c:v>
                </c:pt>
                <c:pt idx="165">
                  <c:v>44911</c:v>
                </c:pt>
                <c:pt idx="166">
                  <c:v>44912</c:v>
                </c:pt>
                <c:pt idx="167">
                  <c:v>44913</c:v>
                </c:pt>
                <c:pt idx="168">
                  <c:v>44914</c:v>
                </c:pt>
                <c:pt idx="169">
                  <c:v>44915</c:v>
                </c:pt>
                <c:pt idx="170">
                  <c:v>44916</c:v>
                </c:pt>
                <c:pt idx="171">
                  <c:v>44917</c:v>
                </c:pt>
                <c:pt idx="172">
                  <c:v>44918</c:v>
                </c:pt>
                <c:pt idx="173">
                  <c:v>44919</c:v>
                </c:pt>
                <c:pt idx="174">
                  <c:v>44920</c:v>
                </c:pt>
                <c:pt idx="175">
                  <c:v>44921</c:v>
                </c:pt>
                <c:pt idx="176">
                  <c:v>44922</c:v>
                </c:pt>
                <c:pt idx="177">
                  <c:v>44923</c:v>
                </c:pt>
                <c:pt idx="178">
                  <c:v>44924</c:v>
                </c:pt>
                <c:pt idx="179">
                  <c:v>44925</c:v>
                </c:pt>
                <c:pt idx="180">
                  <c:v>44926</c:v>
                </c:pt>
                <c:pt idx="181">
                  <c:v>44927</c:v>
                </c:pt>
                <c:pt idx="182">
                  <c:v>44928</c:v>
                </c:pt>
                <c:pt idx="183">
                  <c:v>44929</c:v>
                </c:pt>
                <c:pt idx="184">
                  <c:v>44930</c:v>
                </c:pt>
                <c:pt idx="185">
                  <c:v>44931</c:v>
                </c:pt>
                <c:pt idx="186">
                  <c:v>44932</c:v>
                </c:pt>
                <c:pt idx="187">
                  <c:v>44933</c:v>
                </c:pt>
                <c:pt idx="188">
                  <c:v>44934</c:v>
                </c:pt>
                <c:pt idx="189">
                  <c:v>44935</c:v>
                </c:pt>
                <c:pt idx="190">
                  <c:v>44936</c:v>
                </c:pt>
                <c:pt idx="191">
                  <c:v>44937</c:v>
                </c:pt>
                <c:pt idx="192">
                  <c:v>44938</c:v>
                </c:pt>
                <c:pt idx="193">
                  <c:v>44939</c:v>
                </c:pt>
                <c:pt idx="194">
                  <c:v>44940</c:v>
                </c:pt>
                <c:pt idx="195">
                  <c:v>44941</c:v>
                </c:pt>
                <c:pt idx="196">
                  <c:v>44942</c:v>
                </c:pt>
                <c:pt idx="197">
                  <c:v>44943</c:v>
                </c:pt>
                <c:pt idx="198">
                  <c:v>44944</c:v>
                </c:pt>
                <c:pt idx="199">
                  <c:v>44945</c:v>
                </c:pt>
                <c:pt idx="200">
                  <c:v>44946</c:v>
                </c:pt>
                <c:pt idx="201">
                  <c:v>44947</c:v>
                </c:pt>
                <c:pt idx="202">
                  <c:v>44948</c:v>
                </c:pt>
                <c:pt idx="203">
                  <c:v>44949</c:v>
                </c:pt>
                <c:pt idx="204">
                  <c:v>44950</c:v>
                </c:pt>
                <c:pt idx="205">
                  <c:v>44951</c:v>
                </c:pt>
                <c:pt idx="206">
                  <c:v>44952</c:v>
                </c:pt>
                <c:pt idx="207">
                  <c:v>44953</c:v>
                </c:pt>
                <c:pt idx="208">
                  <c:v>44954</c:v>
                </c:pt>
                <c:pt idx="209">
                  <c:v>44955</c:v>
                </c:pt>
                <c:pt idx="210">
                  <c:v>44956</c:v>
                </c:pt>
                <c:pt idx="211">
                  <c:v>44957</c:v>
                </c:pt>
                <c:pt idx="212">
                  <c:v>44958</c:v>
                </c:pt>
                <c:pt idx="213">
                  <c:v>44959</c:v>
                </c:pt>
                <c:pt idx="214">
                  <c:v>44960</c:v>
                </c:pt>
                <c:pt idx="215">
                  <c:v>44961</c:v>
                </c:pt>
                <c:pt idx="216">
                  <c:v>44962</c:v>
                </c:pt>
                <c:pt idx="217">
                  <c:v>44963</c:v>
                </c:pt>
                <c:pt idx="218">
                  <c:v>44964</c:v>
                </c:pt>
                <c:pt idx="219">
                  <c:v>44965</c:v>
                </c:pt>
                <c:pt idx="220">
                  <c:v>44966</c:v>
                </c:pt>
                <c:pt idx="221">
                  <c:v>44967</c:v>
                </c:pt>
                <c:pt idx="222">
                  <c:v>44968</c:v>
                </c:pt>
                <c:pt idx="223">
                  <c:v>44969</c:v>
                </c:pt>
                <c:pt idx="224">
                  <c:v>44970</c:v>
                </c:pt>
                <c:pt idx="225">
                  <c:v>44971</c:v>
                </c:pt>
                <c:pt idx="226">
                  <c:v>44972</c:v>
                </c:pt>
                <c:pt idx="227">
                  <c:v>44973</c:v>
                </c:pt>
                <c:pt idx="228">
                  <c:v>44974</c:v>
                </c:pt>
                <c:pt idx="229">
                  <c:v>44975</c:v>
                </c:pt>
                <c:pt idx="230">
                  <c:v>44976</c:v>
                </c:pt>
                <c:pt idx="231">
                  <c:v>44977</c:v>
                </c:pt>
                <c:pt idx="232">
                  <c:v>44978</c:v>
                </c:pt>
                <c:pt idx="233">
                  <c:v>44979</c:v>
                </c:pt>
                <c:pt idx="234">
                  <c:v>44980</c:v>
                </c:pt>
                <c:pt idx="235">
                  <c:v>44981</c:v>
                </c:pt>
                <c:pt idx="236">
                  <c:v>44982</c:v>
                </c:pt>
                <c:pt idx="237">
                  <c:v>44983</c:v>
                </c:pt>
                <c:pt idx="238">
                  <c:v>44984</c:v>
                </c:pt>
                <c:pt idx="239">
                  <c:v>44985</c:v>
                </c:pt>
                <c:pt idx="240">
                  <c:v>44986</c:v>
                </c:pt>
                <c:pt idx="241">
                  <c:v>44987</c:v>
                </c:pt>
                <c:pt idx="242">
                  <c:v>44988</c:v>
                </c:pt>
                <c:pt idx="243">
                  <c:v>44989</c:v>
                </c:pt>
                <c:pt idx="244">
                  <c:v>44990</c:v>
                </c:pt>
                <c:pt idx="245">
                  <c:v>44991</c:v>
                </c:pt>
                <c:pt idx="246">
                  <c:v>44992</c:v>
                </c:pt>
                <c:pt idx="247">
                  <c:v>44993</c:v>
                </c:pt>
                <c:pt idx="248">
                  <c:v>44994</c:v>
                </c:pt>
                <c:pt idx="249">
                  <c:v>44995</c:v>
                </c:pt>
                <c:pt idx="250">
                  <c:v>44996</c:v>
                </c:pt>
                <c:pt idx="251">
                  <c:v>44997</c:v>
                </c:pt>
                <c:pt idx="252">
                  <c:v>44998</c:v>
                </c:pt>
                <c:pt idx="253">
                  <c:v>44999</c:v>
                </c:pt>
                <c:pt idx="254">
                  <c:v>45000</c:v>
                </c:pt>
                <c:pt idx="255">
                  <c:v>45001</c:v>
                </c:pt>
                <c:pt idx="256">
                  <c:v>45002</c:v>
                </c:pt>
                <c:pt idx="257">
                  <c:v>45003</c:v>
                </c:pt>
                <c:pt idx="258">
                  <c:v>45004</c:v>
                </c:pt>
                <c:pt idx="259">
                  <c:v>45005</c:v>
                </c:pt>
                <c:pt idx="260">
                  <c:v>45006</c:v>
                </c:pt>
                <c:pt idx="261">
                  <c:v>45007</c:v>
                </c:pt>
                <c:pt idx="262">
                  <c:v>45008</c:v>
                </c:pt>
                <c:pt idx="263">
                  <c:v>45009</c:v>
                </c:pt>
                <c:pt idx="264">
                  <c:v>45010</c:v>
                </c:pt>
                <c:pt idx="265">
                  <c:v>45011</c:v>
                </c:pt>
                <c:pt idx="266">
                  <c:v>45012</c:v>
                </c:pt>
                <c:pt idx="267">
                  <c:v>45013</c:v>
                </c:pt>
                <c:pt idx="268">
                  <c:v>45014</c:v>
                </c:pt>
                <c:pt idx="269">
                  <c:v>45015</c:v>
                </c:pt>
                <c:pt idx="270">
                  <c:v>45016</c:v>
                </c:pt>
                <c:pt idx="271">
                  <c:v>45017</c:v>
                </c:pt>
                <c:pt idx="272">
                  <c:v>45018</c:v>
                </c:pt>
                <c:pt idx="273">
                  <c:v>45019</c:v>
                </c:pt>
                <c:pt idx="274">
                  <c:v>45020</c:v>
                </c:pt>
                <c:pt idx="275">
                  <c:v>45021</c:v>
                </c:pt>
                <c:pt idx="276">
                  <c:v>45022</c:v>
                </c:pt>
                <c:pt idx="277">
                  <c:v>45023</c:v>
                </c:pt>
                <c:pt idx="278">
                  <c:v>45024</c:v>
                </c:pt>
                <c:pt idx="279">
                  <c:v>45025</c:v>
                </c:pt>
                <c:pt idx="280">
                  <c:v>45026</c:v>
                </c:pt>
                <c:pt idx="281">
                  <c:v>45027</c:v>
                </c:pt>
                <c:pt idx="282">
                  <c:v>45028</c:v>
                </c:pt>
                <c:pt idx="283">
                  <c:v>45029</c:v>
                </c:pt>
                <c:pt idx="284">
                  <c:v>45030</c:v>
                </c:pt>
                <c:pt idx="285">
                  <c:v>45031</c:v>
                </c:pt>
                <c:pt idx="286">
                  <c:v>45032</c:v>
                </c:pt>
                <c:pt idx="287">
                  <c:v>45033</c:v>
                </c:pt>
                <c:pt idx="288">
                  <c:v>45034</c:v>
                </c:pt>
                <c:pt idx="289">
                  <c:v>45035</c:v>
                </c:pt>
                <c:pt idx="290">
                  <c:v>45036</c:v>
                </c:pt>
                <c:pt idx="291">
                  <c:v>45037</c:v>
                </c:pt>
                <c:pt idx="292">
                  <c:v>45038</c:v>
                </c:pt>
                <c:pt idx="293">
                  <c:v>45039</c:v>
                </c:pt>
                <c:pt idx="294">
                  <c:v>45040</c:v>
                </c:pt>
                <c:pt idx="295">
                  <c:v>45041</c:v>
                </c:pt>
                <c:pt idx="296">
                  <c:v>45042</c:v>
                </c:pt>
                <c:pt idx="297">
                  <c:v>45043</c:v>
                </c:pt>
                <c:pt idx="298">
                  <c:v>45044</c:v>
                </c:pt>
                <c:pt idx="299">
                  <c:v>45045</c:v>
                </c:pt>
                <c:pt idx="300">
                  <c:v>45046</c:v>
                </c:pt>
              </c:numCache>
            </c:numRef>
          </c:cat>
          <c:val>
            <c:numRef>
              <c:f>'Результат запроса'!$H$4:$H$304</c:f>
              <c:numCache>
                <c:formatCode>General</c:formatCode>
                <c:ptCount val="301"/>
                <c:pt idx="0">
                  <c:v>2.5906735751295335E-2</c:v>
                </c:pt>
                <c:pt idx="1">
                  <c:v>5.181347150259067E-2</c:v>
                </c:pt>
                <c:pt idx="2">
                  <c:v>2.5906735751295335E-2</c:v>
                </c:pt>
                <c:pt idx="3">
                  <c:v>6.7357512953367879E-2</c:v>
                </c:pt>
                <c:pt idx="4">
                  <c:v>0.11398963730569948</c:v>
                </c:pt>
                <c:pt idx="5">
                  <c:v>0.11398963730569948</c:v>
                </c:pt>
                <c:pt idx="6">
                  <c:v>0.13471502590673576</c:v>
                </c:pt>
                <c:pt idx="7">
                  <c:v>0.11917098445595854</c:v>
                </c:pt>
                <c:pt idx="8">
                  <c:v>0.12435233160621761</c:v>
                </c:pt>
                <c:pt idx="9">
                  <c:v>0.15544041450777202</c:v>
                </c:pt>
                <c:pt idx="10">
                  <c:v>0.16580310880829016</c:v>
                </c:pt>
                <c:pt idx="11">
                  <c:v>0.12953367875647667</c:v>
                </c:pt>
                <c:pt idx="12">
                  <c:v>0.17616580310880828</c:v>
                </c:pt>
                <c:pt idx="13">
                  <c:v>0.20207253886010362</c:v>
                </c:pt>
                <c:pt idx="14">
                  <c:v>0.11398963730569948</c:v>
                </c:pt>
                <c:pt idx="15">
                  <c:v>0.19689119170984457</c:v>
                </c:pt>
                <c:pt idx="16">
                  <c:v>0.17616580310880828</c:v>
                </c:pt>
                <c:pt idx="17">
                  <c:v>0.25906735751295334</c:v>
                </c:pt>
                <c:pt idx="18">
                  <c:v>0.22279792746113988</c:v>
                </c:pt>
                <c:pt idx="19">
                  <c:v>0.22279792746113988</c:v>
                </c:pt>
                <c:pt idx="20">
                  <c:v>0.27461139896373055</c:v>
                </c:pt>
                <c:pt idx="21">
                  <c:v>0.32642487046632124</c:v>
                </c:pt>
                <c:pt idx="22">
                  <c:v>0.24870466321243523</c:v>
                </c:pt>
                <c:pt idx="23">
                  <c:v>0.30569948186528495</c:v>
                </c:pt>
                <c:pt idx="24">
                  <c:v>0.30569948186528495</c:v>
                </c:pt>
                <c:pt idx="25">
                  <c:v>0.31606217616580312</c:v>
                </c:pt>
                <c:pt idx="26">
                  <c:v>0.33160621761658032</c:v>
                </c:pt>
                <c:pt idx="27">
                  <c:v>0.33160621761658032</c:v>
                </c:pt>
                <c:pt idx="28">
                  <c:v>0.14207650273224043</c:v>
                </c:pt>
                <c:pt idx="29">
                  <c:v>0.16939890710382513</c:v>
                </c:pt>
                <c:pt idx="30">
                  <c:v>0.15027322404371585</c:v>
                </c:pt>
                <c:pt idx="31">
                  <c:v>0.16393442622950818</c:v>
                </c:pt>
                <c:pt idx="32">
                  <c:v>0.14207650273224043</c:v>
                </c:pt>
                <c:pt idx="33">
                  <c:v>0.16939890710382513</c:v>
                </c:pt>
                <c:pt idx="34">
                  <c:v>0.16120218579234974</c:v>
                </c:pt>
                <c:pt idx="35">
                  <c:v>0.15846994535519127</c:v>
                </c:pt>
                <c:pt idx="36">
                  <c:v>0.1448087431693989</c:v>
                </c:pt>
                <c:pt idx="37">
                  <c:v>0.15027322404371585</c:v>
                </c:pt>
                <c:pt idx="38">
                  <c:v>0.17759562841530055</c:v>
                </c:pt>
                <c:pt idx="39">
                  <c:v>0.14754098360655737</c:v>
                </c:pt>
                <c:pt idx="40">
                  <c:v>0.20218579234972678</c:v>
                </c:pt>
                <c:pt idx="41">
                  <c:v>0.16120218579234974</c:v>
                </c:pt>
                <c:pt idx="42">
                  <c:v>0.14754098360655737</c:v>
                </c:pt>
                <c:pt idx="43">
                  <c:v>0.18579234972677597</c:v>
                </c:pt>
                <c:pt idx="44">
                  <c:v>0.16120218579234974</c:v>
                </c:pt>
                <c:pt idx="45">
                  <c:v>0.16666666666666666</c:v>
                </c:pt>
                <c:pt idx="46">
                  <c:v>0.15846994535519127</c:v>
                </c:pt>
                <c:pt idx="47">
                  <c:v>0.1830601092896175</c:v>
                </c:pt>
                <c:pt idx="48">
                  <c:v>0.16939890710382513</c:v>
                </c:pt>
                <c:pt idx="49">
                  <c:v>0.1448087431693989</c:v>
                </c:pt>
                <c:pt idx="50">
                  <c:v>0.16393442622950818</c:v>
                </c:pt>
                <c:pt idx="51">
                  <c:v>0.1830601092896175</c:v>
                </c:pt>
                <c:pt idx="52">
                  <c:v>0.1830601092896175</c:v>
                </c:pt>
                <c:pt idx="53">
                  <c:v>0.16666666666666666</c:v>
                </c:pt>
                <c:pt idx="54">
                  <c:v>0.1721311475409836</c:v>
                </c:pt>
                <c:pt idx="55">
                  <c:v>0.16666666666666666</c:v>
                </c:pt>
                <c:pt idx="56">
                  <c:v>0.14754098360655737</c:v>
                </c:pt>
                <c:pt idx="57">
                  <c:v>0.19672131147540983</c:v>
                </c:pt>
                <c:pt idx="58">
                  <c:v>0.14754098360655737</c:v>
                </c:pt>
                <c:pt idx="59">
                  <c:v>0.17460317460317459</c:v>
                </c:pt>
                <c:pt idx="60">
                  <c:v>0.16137566137566137</c:v>
                </c:pt>
                <c:pt idx="61">
                  <c:v>0.15343915343915343</c:v>
                </c:pt>
                <c:pt idx="62">
                  <c:v>0.1693121693121693</c:v>
                </c:pt>
                <c:pt idx="63">
                  <c:v>0.16402116402116401</c:v>
                </c:pt>
                <c:pt idx="64">
                  <c:v>0.12169312169312169</c:v>
                </c:pt>
                <c:pt idx="65">
                  <c:v>0.12962962962962962</c:v>
                </c:pt>
                <c:pt idx="66">
                  <c:v>0.15608465608465608</c:v>
                </c:pt>
                <c:pt idx="67">
                  <c:v>0.15873015873015872</c:v>
                </c:pt>
                <c:pt idx="68">
                  <c:v>0.1402116402116402</c:v>
                </c:pt>
                <c:pt idx="69">
                  <c:v>0.16137566137566137</c:v>
                </c:pt>
                <c:pt idx="70">
                  <c:v>0.15343915343915343</c:v>
                </c:pt>
                <c:pt idx="71">
                  <c:v>0.1693121693121693</c:v>
                </c:pt>
                <c:pt idx="72">
                  <c:v>0.17195767195767195</c:v>
                </c:pt>
                <c:pt idx="73">
                  <c:v>0.19576719576719576</c:v>
                </c:pt>
                <c:pt idx="74">
                  <c:v>0.15343915343915343</c:v>
                </c:pt>
                <c:pt idx="75">
                  <c:v>0.16402116402116401</c:v>
                </c:pt>
                <c:pt idx="76">
                  <c:v>0.18253968253968253</c:v>
                </c:pt>
                <c:pt idx="77">
                  <c:v>0.17460317460317459</c:v>
                </c:pt>
                <c:pt idx="78">
                  <c:v>0.17724867724867724</c:v>
                </c:pt>
                <c:pt idx="79">
                  <c:v>0.18783068783068782</c:v>
                </c:pt>
                <c:pt idx="80">
                  <c:v>0.17724867724867724</c:v>
                </c:pt>
                <c:pt idx="81">
                  <c:v>0.14550264550264549</c:v>
                </c:pt>
                <c:pt idx="82">
                  <c:v>0.15343915343915343</c:v>
                </c:pt>
                <c:pt idx="83">
                  <c:v>0.19312169312169311</c:v>
                </c:pt>
                <c:pt idx="84">
                  <c:v>0.15343915343915343</c:v>
                </c:pt>
                <c:pt idx="85">
                  <c:v>0.20105820105820105</c:v>
                </c:pt>
                <c:pt idx="86">
                  <c:v>0.16402116402116401</c:v>
                </c:pt>
                <c:pt idx="87">
                  <c:v>0.17460317460317459</c:v>
                </c:pt>
                <c:pt idx="88">
                  <c:v>0.15608465608465608</c:v>
                </c:pt>
                <c:pt idx="89">
                  <c:v>0.15521628498727735</c:v>
                </c:pt>
                <c:pt idx="90">
                  <c:v>0.13231552162849872</c:v>
                </c:pt>
                <c:pt idx="91">
                  <c:v>0.17557251908396945</c:v>
                </c:pt>
                <c:pt idx="92">
                  <c:v>0.17811704834605599</c:v>
                </c:pt>
                <c:pt idx="93">
                  <c:v>0.11450381679389313</c:v>
                </c:pt>
                <c:pt idx="94">
                  <c:v>0.19592875318066158</c:v>
                </c:pt>
                <c:pt idx="95">
                  <c:v>0.15521628498727735</c:v>
                </c:pt>
                <c:pt idx="96">
                  <c:v>0.14249363867684478</c:v>
                </c:pt>
                <c:pt idx="97">
                  <c:v>0.16793893129770993</c:v>
                </c:pt>
                <c:pt idx="98">
                  <c:v>0.12977099236641221</c:v>
                </c:pt>
                <c:pt idx="99">
                  <c:v>0.15012722646310434</c:v>
                </c:pt>
                <c:pt idx="100">
                  <c:v>0.16539440203562342</c:v>
                </c:pt>
                <c:pt idx="101">
                  <c:v>0.13486005089058525</c:v>
                </c:pt>
                <c:pt idx="102">
                  <c:v>0.18320610687022901</c:v>
                </c:pt>
                <c:pt idx="103">
                  <c:v>0.15776081424936386</c:v>
                </c:pt>
                <c:pt idx="104">
                  <c:v>0.15776081424936386</c:v>
                </c:pt>
                <c:pt idx="105">
                  <c:v>0.17811704834605599</c:v>
                </c:pt>
                <c:pt idx="106">
                  <c:v>0.15776081424936386</c:v>
                </c:pt>
                <c:pt idx="107">
                  <c:v>0.20865139949109415</c:v>
                </c:pt>
                <c:pt idx="108">
                  <c:v>0.13231552162849872</c:v>
                </c:pt>
                <c:pt idx="109">
                  <c:v>0.16539440203562342</c:v>
                </c:pt>
                <c:pt idx="110">
                  <c:v>0.16284987277353691</c:v>
                </c:pt>
                <c:pt idx="111">
                  <c:v>0.14503816793893129</c:v>
                </c:pt>
                <c:pt idx="112">
                  <c:v>0.1475826972010178</c:v>
                </c:pt>
                <c:pt idx="113">
                  <c:v>0.16793893129770993</c:v>
                </c:pt>
                <c:pt idx="114">
                  <c:v>0.15267175572519084</c:v>
                </c:pt>
                <c:pt idx="115">
                  <c:v>0.13994910941475827</c:v>
                </c:pt>
                <c:pt idx="116">
                  <c:v>0.16539440203562342</c:v>
                </c:pt>
                <c:pt idx="117">
                  <c:v>0.13740458015267176</c:v>
                </c:pt>
                <c:pt idx="118">
                  <c:v>0.16793893129770993</c:v>
                </c:pt>
                <c:pt idx="119">
                  <c:v>0.18320610687022901</c:v>
                </c:pt>
                <c:pt idx="120">
                  <c:v>0.13615023474178403</c:v>
                </c:pt>
                <c:pt idx="121">
                  <c:v>0.12910798122065728</c:v>
                </c:pt>
                <c:pt idx="122">
                  <c:v>0.13145539906103287</c:v>
                </c:pt>
                <c:pt idx="123">
                  <c:v>0.14788732394366197</c:v>
                </c:pt>
                <c:pt idx="124">
                  <c:v>0.1619718309859155</c:v>
                </c:pt>
                <c:pt idx="125">
                  <c:v>0.14553990610328638</c:v>
                </c:pt>
                <c:pt idx="126">
                  <c:v>0.14084507042253522</c:v>
                </c:pt>
                <c:pt idx="127">
                  <c:v>0.14084507042253522</c:v>
                </c:pt>
                <c:pt idx="128">
                  <c:v>0.14084507042253522</c:v>
                </c:pt>
                <c:pt idx="129">
                  <c:v>0.12910798122065728</c:v>
                </c:pt>
                <c:pt idx="130">
                  <c:v>0.14553990610328638</c:v>
                </c:pt>
                <c:pt idx="131">
                  <c:v>0.12441314553990611</c:v>
                </c:pt>
                <c:pt idx="132">
                  <c:v>0.12676056338028169</c:v>
                </c:pt>
                <c:pt idx="133">
                  <c:v>0.107981220657277</c:v>
                </c:pt>
                <c:pt idx="134">
                  <c:v>0.12910798122065728</c:v>
                </c:pt>
                <c:pt idx="135">
                  <c:v>0.11971830985915492</c:v>
                </c:pt>
                <c:pt idx="136">
                  <c:v>0.13615023474178403</c:v>
                </c:pt>
                <c:pt idx="137">
                  <c:v>0.11971830985915492</c:v>
                </c:pt>
                <c:pt idx="138">
                  <c:v>9.3896713615023469E-2</c:v>
                </c:pt>
                <c:pt idx="139">
                  <c:v>0.11737089201877934</c:v>
                </c:pt>
                <c:pt idx="140">
                  <c:v>7.9812206572769953E-2</c:v>
                </c:pt>
                <c:pt idx="141">
                  <c:v>9.6244131455399062E-2</c:v>
                </c:pt>
                <c:pt idx="142">
                  <c:v>9.154929577464789E-2</c:v>
                </c:pt>
                <c:pt idx="143">
                  <c:v>7.5117370892018781E-2</c:v>
                </c:pt>
                <c:pt idx="144">
                  <c:v>7.5117370892018781E-2</c:v>
                </c:pt>
                <c:pt idx="145">
                  <c:v>7.2769953051643188E-2</c:v>
                </c:pt>
                <c:pt idx="146">
                  <c:v>8.2159624413145546E-2</c:v>
                </c:pt>
                <c:pt idx="147">
                  <c:v>7.5117370892018781E-2</c:v>
                </c:pt>
                <c:pt idx="148">
                  <c:v>5.39906103286385E-2</c:v>
                </c:pt>
                <c:pt idx="149">
                  <c:v>8.2159624413145546E-2</c:v>
                </c:pt>
                <c:pt idx="150">
                  <c:v>8.2051282051282051E-2</c:v>
                </c:pt>
                <c:pt idx="151">
                  <c:v>6.4102564102564097E-2</c:v>
                </c:pt>
                <c:pt idx="152">
                  <c:v>4.8717948717948718E-2</c:v>
                </c:pt>
                <c:pt idx="153">
                  <c:v>7.6923076923076927E-2</c:v>
                </c:pt>
                <c:pt idx="154">
                  <c:v>5.8974358974358973E-2</c:v>
                </c:pt>
                <c:pt idx="155">
                  <c:v>8.2051282051282051E-2</c:v>
                </c:pt>
                <c:pt idx="156">
                  <c:v>8.9743589743589744E-2</c:v>
                </c:pt>
                <c:pt idx="157">
                  <c:v>7.4358974358974358E-2</c:v>
                </c:pt>
                <c:pt idx="158">
                  <c:v>9.2307692307692313E-2</c:v>
                </c:pt>
                <c:pt idx="159">
                  <c:v>7.6923076923076927E-2</c:v>
                </c:pt>
                <c:pt idx="160">
                  <c:v>6.4102564102564097E-2</c:v>
                </c:pt>
                <c:pt idx="161">
                  <c:v>7.9487179487179482E-2</c:v>
                </c:pt>
                <c:pt idx="162">
                  <c:v>8.7179487179487175E-2</c:v>
                </c:pt>
                <c:pt idx="163">
                  <c:v>5.6410256410256411E-2</c:v>
                </c:pt>
                <c:pt idx="164">
                  <c:v>6.6666666666666666E-2</c:v>
                </c:pt>
                <c:pt idx="165">
                  <c:v>6.9230769230769235E-2</c:v>
                </c:pt>
                <c:pt idx="166">
                  <c:v>7.179487179487179E-2</c:v>
                </c:pt>
                <c:pt idx="167">
                  <c:v>5.128205128205128E-2</c:v>
                </c:pt>
                <c:pt idx="168">
                  <c:v>8.2051282051282051E-2</c:v>
                </c:pt>
                <c:pt idx="169">
                  <c:v>7.179487179487179E-2</c:v>
                </c:pt>
                <c:pt idx="170">
                  <c:v>7.179487179487179E-2</c:v>
                </c:pt>
                <c:pt idx="171">
                  <c:v>7.4358974358974358E-2</c:v>
                </c:pt>
                <c:pt idx="172">
                  <c:v>9.2307692307692313E-2</c:v>
                </c:pt>
                <c:pt idx="173">
                  <c:v>6.1538461538461542E-2</c:v>
                </c:pt>
                <c:pt idx="174">
                  <c:v>8.461538461538462E-2</c:v>
                </c:pt>
                <c:pt idx="175">
                  <c:v>6.6666666666666666E-2</c:v>
                </c:pt>
                <c:pt idx="176">
                  <c:v>6.1538461538461542E-2</c:v>
                </c:pt>
                <c:pt idx="177">
                  <c:v>8.2051282051282051E-2</c:v>
                </c:pt>
                <c:pt idx="178">
                  <c:v>7.4358974358974358E-2</c:v>
                </c:pt>
                <c:pt idx="179">
                  <c:v>5.6410256410256411E-2</c:v>
                </c:pt>
                <c:pt idx="180">
                  <c:v>9.4871794871794868E-2</c:v>
                </c:pt>
                <c:pt idx="181">
                  <c:v>4.4776119402985072E-2</c:v>
                </c:pt>
                <c:pt idx="182">
                  <c:v>6.5298507462686561E-2</c:v>
                </c:pt>
                <c:pt idx="183">
                  <c:v>7.4626865671641784E-2</c:v>
                </c:pt>
                <c:pt idx="184">
                  <c:v>8.5820895522388058E-2</c:v>
                </c:pt>
                <c:pt idx="185">
                  <c:v>6.7164179104477612E-2</c:v>
                </c:pt>
                <c:pt idx="186">
                  <c:v>8.5820895522388058E-2</c:v>
                </c:pt>
                <c:pt idx="187">
                  <c:v>6.5298507462686561E-2</c:v>
                </c:pt>
                <c:pt idx="188">
                  <c:v>9.8880597014925367E-2</c:v>
                </c:pt>
                <c:pt idx="189">
                  <c:v>9.8880597014925367E-2</c:v>
                </c:pt>
                <c:pt idx="190">
                  <c:v>9.7014925373134331E-2</c:v>
                </c:pt>
                <c:pt idx="191">
                  <c:v>0.12126865671641791</c:v>
                </c:pt>
                <c:pt idx="192">
                  <c:v>9.7014925373134331E-2</c:v>
                </c:pt>
                <c:pt idx="193">
                  <c:v>0.11567164179104478</c:v>
                </c:pt>
                <c:pt idx="194">
                  <c:v>0.14365671641791045</c:v>
                </c:pt>
                <c:pt idx="195">
                  <c:v>0.11380597014925373</c:v>
                </c:pt>
                <c:pt idx="196">
                  <c:v>0.13059701492537312</c:v>
                </c:pt>
                <c:pt idx="197">
                  <c:v>0.12313432835820895</c:v>
                </c:pt>
                <c:pt idx="198">
                  <c:v>0.13619402985074627</c:v>
                </c:pt>
                <c:pt idx="199">
                  <c:v>0.13619402985074627</c:v>
                </c:pt>
                <c:pt idx="200">
                  <c:v>0.14925373134328357</c:v>
                </c:pt>
                <c:pt idx="201">
                  <c:v>0.13992537313432835</c:v>
                </c:pt>
                <c:pt idx="202">
                  <c:v>0.16791044776119404</c:v>
                </c:pt>
                <c:pt idx="203">
                  <c:v>0.1455223880597015</c:v>
                </c:pt>
                <c:pt idx="204">
                  <c:v>0.16791044776119404</c:v>
                </c:pt>
                <c:pt idx="205">
                  <c:v>0.16417910447761194</c:v>
                </c:pt>
                <c:pt idx="206">
                  <c:v>0.15485074626865672</c:v>
                </c:pt>
                <c:pt idx="207">
                  <c:v>0.17164179104477612</c:v>
                </c:pt>
                <c:pt idx="208">
                  <c:v>0.18470149253731344</c:v>
                </c:pt>
                <c:pt idx="209">
                  <c:v>0.17350746268656717</c:v>
                </c:pt>
                <c:pt idx="210">
                  <c:v>0.21455223880597016</c:v>
                </c:pt>
                <c:pt idx="211">
                  <c:v>0.20149253731343283</c:v>
                </c:pt>
                <c:pt idx="212">
                  <c:v>0.16091954022988506</c:v>
                </c:pt>
                <c:pt idx="213">
                  <c:v>0.1235632183908046</c:v>
                </c:pt>
                <c:pt idx="214">
                  <c:v>0.14080459770114942</c:v>
                </c:pt>
                <c:pt idx="215">
                  <c:v>0.14367816091954022</c:v>
                </c:pt>
                <c:pt idx="216">
                  <c:v>0.13649425287356323</c:v>
                </c:pt>
                <c:pt idx="217">
                  <c:v>0.14080459770114942</c:v>
                </c:pt>
                <c:pt idx="218">
                  <c:v>0.12931034482758622</c:v>
                </c:pt>
                <c:pt idx="219">
                  <c:v>0.15373563218390804</c:v>
                </c:pt>
                <c:pt idx="220">
                  <c:v>0.14511494252873564</c:v>
                </c:pt>
                <c:pt idx="221">
                  <c:v>0.14942528735632185</c:v>
                </c:pt>
                <c:pt idx="222">
                  <c:v>0.14080459770114942</c:v>
                </c:pt>
                <c:pt idx="223">
                  <c:v>0.14511494252873564</c:v>
                </c:pt>
                <c:pt idx="224">
                  <c:v>0.13505747126436782</c:v>
                </c:pt>
                <c:pt idx="225">
                  <c:v>0.15517241379310345</c:v>
                </c:pt>
                <c:pt idx="226">
                  <c:v>0.14798850574712644</c:v>
                </c:pt>
                <c:pt idx="227">
                  <c:v>0.13649425287356323</c:v>
                </c:pt>
                <c:pt idx="228">
                  <c:v>0.15373563218390804</c:v>
                </c:pt>
                <c:pt idx="229">
                  <c:v>0.16666666666666666</c:v>
                </c:pt>
                <c:pt idx="230">
                  <c:v>0.15660919540229884</c:v>
                </c:pt>
                <c:pt idx="231">
                  <c:v>0.1206896551724138</c:v>
                </c:pt>
                <c:pt idx="232">
                  <c:v>0.14080459770114942</c:v>
                </c:pt>
                <c:pt idx="233">
                  <c:v>0.16522988505747127</c:v>
                </c:pt>
                <c:pt idx="234">
                  <c:v>0.13649425287356323</c:v>
                </c:pt>
                <c:pt idx="235">
                  <c:v>0.15229885057471265</c:v>
                </c:pt>
                <c:pt idx="236">
                  <c:v>0.16954022988505746</c:v>
                </c:pt>
                <c:pt idx="237">
                  <c:v>0.18247126436781611</c:v>
                </c:pt>
                <c:pt idx="238">
                  <c:v>0.14942528735632185</c:v>
                </c:pt>
                <c:pt idx="239">
                  <c:v>0.18821839080459771</c:v>
                </c:pt>
                <c:pt idx="240">
                  <c:v>8.4196891191709838E-2</c:v>
                </c:pt>
                <c:pt idx="241">
                  <c:v>8.937823834196891E-2</c:v>
                </c:pt>
                <c:pt idx="242">
                  <c:v>0.10816062176165803</c:v>
                </c:pt>
                <c:pt idx="243">
                  <c:v>0.11010362694300518</c:v>
                </c:pt>
                <c:pt idx="244">
                  <c:v>0.10686528497409327</c:v>
                </c:pt>
                <c:pt idx="245">
                  <c:v>9.6502590673575125E-2</c:v>
                </c:pt>
                <c:pt idx="246">
                  <c:v>9.7797927461139897E-2</c:v>
                </c:pt>
                <c:pt idx="247">
                  <c:v>0.11204663212435233</c:v>
                </c:pt>
                <c:pt idx="248">
                  <c:v>9.7150259067357511E-2</c:v>
                </c:pt>
                <c:pt idx="249">
                  <c:v>0.10492227979274611</c:v>
                </c:pt>
                <c:pt idx="250">
                  <c:v>0.1133419689119171</c:v>
                </c:pt>
                <c:pt idx="251">
                  <c:v>0.11398963730569948</c:v>
                </c:pt>
                <c:pt idx="252">
                  <c:v>0.11658031088082901</c:v>
                </c:pt>
                <c:pt idx="253">
                  <c:v>0.10880829015544041</c:v>
                </c:pt>
                <c:pt idx="254">
                  <c:v>0.11981865284974093</c:v>
                </c:pt>
                <c:pt idx="255">
                  <c:v>0.1172279792746114</c:v>
                </c:pt>
                <c:pt idx="256">
                  <c:v>0.11139896373056994</c:v>
                </c:pt>
                <c:pt idx="257">
                  <c:v>0.1211139896373057</c:v>
                </c:pt>
                <c:pt idx="258">
                  <c:v>0.14119170984455959</c:v>
                </c:pt>
                <c:pt idx="259">
                  <c:v>0.11917098445595854</c:v>
                </c:pt>
                <c:pt idx="260">
                  <c:v>0.12564766839378239</c:v>
                </c:pt>
                <c:pt idx="261">
                  <c:v>8.4844559585492224E-2</c:v>
                </c:pt>
                <c:pt idx="262">
                  <c:v>0.11398963730569948</c:v>
                </c:pt>
                <c:pt idx="263">
                  <c:v>8.8082901554404139E-2</c:v>
                </c:pt>
                <c:pt idx="264">
                  <c:v>9.9093264248704668E-2</c:v>
                </c:pt>
                <c:pt idx="265">
                  <c:v>0.10297927461139897</c:v>
                </c:pt>
                <c:pt idx="266">
                  <c:v>9.2616580310880825E-2</c:v>
                </c:pt>
                <c:pt idx="267">
                  <c:v>0.10103626943005181</c:v>
                </c:pt>
                <c:pt idx="268">
                  <c:v>9.7797927461139897E-2</c:v>
                </c:pt>
                <c:pt idx="269">
                  <c:v>9.585492227979274E-2</c:v>
                </c:pt>
                <c:pt idx="270">
                  <c:v>0.11917098445595854</c:v>
                </c:pt>
                <c:pt idx="271">
                  <c:v>0.19863680623174293</c:v>
                </c:pt>
                <c:pt idx="272">
                  <c:v>0.20934761441090555</c:v>
                </c:pt>
                <c:pt idx="273">
                  <c:v>0.19279454722492698</c:v>
                </c:pt>
                <c:pt idx="274">
                  <c:v>0.19376825705939629</c:v>
                </c:pt>
                <c:pt idx="275">
                  <c:v>0.1830574488802337</c:v>
                </c:pt>
                <c:pt idx="276">
                  <c:v>0.19182083739045763</c:v>
                </c:pt>
                <c:pt idx="277">
                  <c:v>0.186952288218111</c:v>
                </c:pt>
                <c:pt idx="278">
                  <c:v>0.19474196689386564</c:v>
                </c:pt>
                <c:pt idx="279">
                  <c:v>0.186952288218111</c:v>
                </c:pt>
                <c:pt idx="280">
                  <c:v>0.16747809152872445</c:v>
                </c:pt>
                <c:pt idx="281">
                  <c:v>0.15579357351509251</c:v>
                </c:pt>
                <c:pt idx="282">
                  <c:v>0.16358325219084713</c:v>
                </c:pt>
                <c:pt idx="283">
                  <c:v>0.1665043816942551</c:v>
                </c:pt>
                <c:pt idx="284">
                  <c:v>0.14995131450827653</c:v>
                </c:pt>
                <c:pt idx="285">
                  <c:v>0.14216163583252192</c:v>
                </c:pt>
                <c:pt idx="286">
                  <c:v>0.16163583252190847</c:v>
                </c:pt>
                <c:pt idx="287">
                  <c:v>0.13047711781888996</c:v>
                </c:pt>
                <c:pt idx="288">
                  <c:v>0.1450827653359299</c:v>
                </c:pt>
                <c:pt idx="289">
                  <c:v>0.12852969814995133</c:v>
                </c:pt>
                <c:pt idx="290">
                  <c:v>0.12755598831548198</c:v>
                </c:pt>
                <c:pt idx="291">
                  <c:v>0.10126582278481013</c:v>
                </c:pt>
                <c:pt idx="292">
                  <c:v>0.10223953261927946</c:v>
                </c:pt>
                <c:pt idx="293">
                  <c:v>0.10223953261927946</c:v>
                </c:pt>
                <c:pt idx="294">
                  <c:v>8.7633885102239531E-2</c:v>
                </c:pt>
                <c:pt idx="295">
                  <c:v>9.8344693281402148E-2</c:v>
                </c:pt>
                <c:pt idx="296">
                  <c:v>8.9581304771178191E-2</c:v>
                </c:pt>
                <c:pt idx="297">
                  <c:v>6.621226874391431E-2</c:v>
                </c:pt>
                <c:pt idx="298">
                  <c:v>7.3028237585199607E-2</c:v>
                </c:pt>
                <c:pt idx="299">
                  <c:v>7.108081791626096E-2</c:v>
                </c:pt>
                <c:pt idx="300">
                  <c:v>6.91333982473223E-2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C65-AF43-B828-59504A51631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461392"/>
        <c:axId val="4811376"/>
      </c:lineChart>
      <c:dateAx>
        <c:axId val="4461392"/>
        <c:scaling>
          <c:orientation val="minMax"/>
        </c:scaling>
        <c:delete val="0"/>
        <c:axPos val="b"/>
        <c:numFmt formatCode="m/d/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4811376"/>
        <c:crosses val="autoZero"/>
        <c:auto val="1"/>
        <c:lblOffset val="100"/>
        <c:baseTimeUnit val="days"/>
      </c:dateAx>
      <c:valAx>
        <c:axId val="48113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446139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/>
              <a:t>Структура</a:t>
            </a:r>
            <a:r>
              <a:rPr lang="ru-RU" baseline="0"/>
              <a:t> выручки</a:t>
            </a:r>
            <a:endParaRPr lang="ru-RU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1895-EF4F-B8FC-6CE14BCDD83D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1895-EF4F-B8FC-6CE14BCDD83D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1895-EF4F-B8FC-6CE14BCDD83D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1895-EF4F-B8FC-6CE14BCDD83D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1895-EF4F-B8FC-6CE14BCDD83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Лист1!$A$18:$A$22</c:f>
              <c:strCache>
                <c:ptCount val="5"/>
                <c:pt idx="0">
                  <c:v>Амуниция</c:v>
                </c:pt>
                <c:pt idx="1">
                  <c:v>Валюта</c:v>
                </c:pt>
                <c:pt idx="2">
                  <c:v>Материалы</c:v>
                </c:pt>
                <c:pt idx="3">
                  <c:v>Оружие</c:v>
                </c:pt>
                <c:pt idx="4">
                  <c:v>Транспорт</c:v>
                </c:pt>
              </c:strCache>
            </c:strRef>
          </c:cat>
          <c:val>
            <c:numRef>
              <c:f>Лист1!$B$18:$B$22</c:f>
              <c:numCache>
                <c:formatCode>General</c:formatCode>
                <c:ptCount val="5"/>
                <c:pt idx="0">
                  <c:v>223750</c:v>
                </c:pt>
                <c:pt idx="1">
                  <c:v>400990</c:v>
                </c:pt>
                <c:pt idx="2">
                  <c:v>236600</c:v>
                </c:pt>
                <c:pt idx="3">
                  <c:v>17783</c:v>
                </c:pt>
                <c:pt idx="4">
                  <c:v>107121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1895-EF4F-B8FC-6CE14BCDD83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/>
              <a:t>Динамика выручки по категориям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Лист1!$N$6</c:f>
              <c:strCache>
                <c:ptCount val="1"/>
                <c:pt idx="0">
                  <c:v>Амуниция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Лист1!$O$5:$X$5</c:f>
              <c:strCache>
                <c:ptCount val="10"/>
                <c:pt idx="0">
                  <c:v>июль</c:v>
                </c:pt>
                <c:pt idx="1">
                  <c:v>авг</c:v>
                </c:pt>
                <c:pt idx="2">
                  <c:v>сент</c:v>
                </c:pt>
                <c:pt idx="3">
                  <c:v>окт</c:v>
                </c:pt>
                <c:pt idx="4">
                  <c:v>нояб</c:v>
                </c:pt>
                <c:pt idx="5">
                  <c:v>дек</c:v>
                </c:pt>
                <c:pt idx="6">
                  <c:v>янв</c:v>
                </c:pt>
                <c:pt idx="7">
                  <c:v>февр</c:v>
                </c:pt>
                <c:pt idx="8">
                  <c:v>март</c:v>
                </c:pt>
                <c:pt idx="9">
                  <c:v>апр</c:v>
                </c:pt>
              </c:strCache>
            </c:strRef>
          </c:cat>
          <c:val>
            <c:numRef>
              <c:f>Лист1!$O$6:$X$6</c:f>
              <c:numCache>
                <c:formatCode>General</c:formatCode>
                <c:ptCount val="10"/>
                <c:pt idx="0">
                  <c:v>11500</c:v>
                </c:pt>
                <c:pt idx="1">
                  <c:v>14750</c:v>
                </c:pt>
                <c:pt idx="2">
                  <c:v>18500</c:v>
                </c:pt>
                <c:pt idx="3">
                  <c:v>16250</c:v>
                </c:pt>
                <c:pt idx="4">
                  <c:v>22250</c:v>
                </c:pt>
                <c:pt idx="5">
                  <c:v>11250</c:v>
                </c:pt>
                <c:pt idx="6">
                  <c:v>31000</c:v>
                </c:pt>
                <c:pt idx="7">
                  <c:v>32500</c:v>
                </c:pt>
                <c:pt idx="8">
                  <c:v>49000</c:v>
                </c:pt>
                <c:pt idx="9">
                  <c:v>16750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6D9-354F-804C-9E1AC7D0D9EE}"/>
            </c:ext>
          </c:extLst>
        </c:ser>
        <c:ser>
          <c:idx val="1"/>
          <c:order val="1"/>
          <c:tx>
            <c:strRef>
              <c:f>Лист1!$N$7</c:f>
              <c:strCache>
                <c:ptCount val="1"/>
                <c:pt idx="0">
                  <c:v>Валюта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Лист1!$O$5:$X$5</c:f>
              <c:strCache>
                <c:ptCount val="10"/>
                <c:pt idx="0">
                  <c:v>июль</c:v>
                </c:pt>
                <c:pt idx="1">
                  <c:v>авг</c:v>
                </c:pt>
                <c:pt idx="2">
                  <c:v>сент</c:v>
                </c:pt>
                <c:pt idx="3">
                  <c:v>окт</c:v>
                </c:pt>
                <c:pt idx="4">
                  <c:v>нояб</c:v>
                </c:pt>
                <c:pt idx="5">
                  <c:v>дек</c:v>
                </c:pt>
                <c:pt idx="6">
                  <c:v>янв</c:v>
                </c:pt>
                <c:pt idx="7">
                  <c:v>февр</c:v>
                </c:pt>
                <c:pt idx="8">
                  <c:v>март</c:v>
                </c:pt>
                <c:pt idx="9">
                  <c:v>апр</c:v>
                </c:pt>
              </c:strCache>
            </c:strRef>
          </c:cat>
          <c:val>
            <c:numRef>
              <c:f>Лист1!$O$7:$X$7</c:f>
              <c:numCache>
                <c:formatCode>General</c:formatCode>
                <c:ptCount val="10"/>
                <c:pt idx="0">
                  <c:v>12930</c:v>
                </c:pt>
                <c:pt idx="1">
                  <c:v>39170</c:v>
                </c:pt>
                <c:pt idx="2">
                  <c:v>25580</c:v>
                </c:pt>
                <c:pt idx="3">
                  <c:v>31280</c:v>
                </c:pt>
                <c:pt idx="4">
                  <c:v>24580</c:v>
                </c:pt>
                <c:pt idx="5">
                  <c:v>26730</c:v>
                </c:pt>
                <c:pt idx="6">
                  <c:v>49300</c:v>
                </c:pt>
                <c:pt idx="7">
                  <c:v>45180</c:v>
                </c:pt>
                <c:pt idx="8">
                  <c:v>106440</c:v>
                </c:pt>
                <c:pt idx="9">
                  <c:v>39800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6D9-354F-804C-9E1AC7D0D9EE}"/>
            </c:ext>
          </c:extLst>
        </c:ser>
        <c:ser>
          <c:idx val="2"/>
          <c:order val="2"/>
          <c:tx>
            <c:strRef>
              <c:f>Лист1!$N$8</c:f>
              <c:strCache>
                <c:ptCount val="1"/>
                <c:pt idx="0">
                  <c:v>Материалы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Лист1!$O$5:$X$5</c:f>
              <c:strCache>
                <c:ptCount val="10"/>
                <c:pt idx="0">
                  <c:v>июль</c:v>
                </c:pt>
                <c:pt idx="1">
                  <c:v>авг</c:v>
                </c:pt>
                <c:pt idx="2">
                  <c:v>сент</c:v>
                </c:pt>
                <c:pt idx="3">
                  <c:v>окт</c:v>
                </c:pt>
                <c:pt idx="4">
                  <c:v>нояб</c:v>
                </c:pt>
                <c:pt idx="5">
                  <c:v>дек</c:v>
                </c:pt>
                <c:pt idx="6">
                  <c:v>янв</c:v>
                </c:pt>
                <c:pt idx="7">
                  <c:v>февр</c:v>
                </c:pt>
                <c:pt idx="8">
                  <c:v>март</c:v>
                </c:pt>
                <c:pt idx="9">
                  <c:v>апр</c:v>
                </c:pt>
              </c:strCache>
            </c:strRef>
          </c:cat>
          <c:val>
            <c:numRef>
              <c:f>Лист1!$O$8:$X$8</c:f>
              <c:numCache>
                <c:formatCode>General</c:formatCode>
                <c:ptCount val="10"/>
                <c:pt idx="0">
                  <c:v>14700</c:v>
                </c:pt>
                <c:pt idx="1">
                  <c:v>11900</c:v>
                </c:pt>
                <c:pt idx="2">
                  <c:v>21800</c:v>
                </c:pt>
                <c:pt idx="3">
                  <c:v>18800</c:v>
                </c:pt>
                <c:pt idx="4">
                  <c:v>20400</c:v>
                </c:pt>
                <c:pt idx="5">
                  <c:v>18800</c:v>
                </c:pt>
                <c:pt idx="6">
                  <c:v>27000</c:v>
                </c:pt>
                <c:pt idx="7">
                  <c:v>30200</c:v>
                </c:pt>
                <c:pt idx="8">
                  <c:v>46500</c:v>
                </c:pt>
                <c:pt idx="9">
                  <c:v>26500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F6D9-354F-804C-9E1AC7D0D9EE}"/>
            </c:ext>
          </c:extLst>
        </c:ser>
        <c:ser>
          <c:idx val="3"/>
          <c:order val="3"/>
          <c:tx>
            <c:strRef>
              <c:f>Лист1!$N$9</c:f>
              <c:strCache>
                <c:ptCount val="1"/>
                <c:pt idx="0">
                  <c:v>Оружие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strRef>
              <c:f>Лист1!$O$5:$X$5</c:f>
              <c:strCache>
                <c:ptCount val="10"/>
                <c:pt idx="0">
                  <c:v>июль</c:v>
                </c:pt>
                <c:pt idx="1">
                  <c:v>авг</c:v>
                </c:pt>
                <c:pt idx="2">
                  <c:v>сент</c:v>
                </c:pt>
                <c:pt idx="3">
                  <c:v>окт</c:v>
                </c:pt>
                <c:pt idx="4">
                  <c:v>нояб</c:v>
                </c:pt>
                <c:pt idx="5">
                  <c:v>дек</c:v>
                </c:pt>
                <c:pt idx="6">
                  <c:v>янв</c:v>
                </c:pt>
                <c:pt idx="7">
                  <c:v>февр</c:v>
                </c:pt>
                <c:pt idx="8">
                  <c:v>март</c:v>
                </c:pt>
                <c:pt idx="9">
                  <c:v>апр</c:v>
                </c:pt>
              </c:strCache>
            </c:strRef>
          </c:cat>
          <c:val>
            <c:numRef>
              <c:f>Лист1!$O$9:$X$9</c:f>
              <c:numCache>
                <c:formatCode>General</c:formatCode>
                <c:ptCount val="10"/>
                <c:pt idx="0">
                  <c:v>798</c:v>
                </c:pt>
                <c:pt idx="1">
                  <c:v>1270</c:v>
                </c:pt>
                <c:pt idx="2">
                  <c:v>2039</c:v>
                </c:pt>
                <c:pt idx="3">
                  <c:v>599</c:v>
                </c:pt>
                <c:pt idx="4">
                  <c:v>1807</c:v>
                </c:pt>
                <c:pt idx="5">
                  <c:v>609</c:v>
                </c:pt>
                <c:pt idx="6">
                  <c:v>4064</c:v>
                </c:pt>
                <c:pt idx="7">
                  <c:v>1258</c:v>
                </c:pt>
                <c:pt idx="8">
                  <c:v>3670</c:v>
                </c:pt>
                <c:pt idx="9">
                  <c:v>1669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F6D9-354F-804C-9E1AC7D0D9EE}"/>
            </c:ext>
          </c:extLst>
        </c:ser>
        <c:ser>
          <c:idx val="4"/>
          <c:order val="4"/>
          <c:tx>
            <c:strRef>
              <c:f>Лист1!$N$10</c:f>
              <c:strCache>
                <c:ptCount val="1"/>
                <c:pt idx="0">
                  <c:v>Транспорт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cat>
            <c:strRef>
              <c:f>Лист1!$O$5:$X$5</c:f>
              <c:strCache>
                <c:ptCount val="10"/>
                <c:pt idx="0">
                  <c:v>июль</c:v>
                </c:pt>
                <c:pt idx="1">
                  <c:v>авг</c:v>
                </c:pt>
                <c:pt idx="2">
                  <c:v>сент</c:v>
                </c:pt>
                <c:pt idx="3">
                  <c:v>окт</c:v>
                </c:pt>
                <c:pt idx="4">
                  <c:v>нояб</c:v>
                </c:pt>
                <c:pt idx="5">
                  <c:v>дек</c:v>
                </c:pt>
                <c:pt idx="6">
                  <c:v>янв</c:v>
                </c:pt>
                <c:pt idx="7">
                  <c:v>февр</c:v>
                </c:pt>
                <c:pt idx="8">
                  <c:v>март</c:v>
                </c:pt>
                <c:pt idx="9">
                  <c:v>апр</c:v>
                </c:pt>
              </c:strCache>
            </c:strRef>
          </c:cat>
          <c:val>
            <c:numRef>
              <c:f>Лист1!$O$10:$X$10</c:f>
              <c:numCache>
                <c:formatCode>General</c:formatCode>
                <c:ptCount val="10"/>
                <c:pt idx="0">
                  <c:v>9485</c:v>
                </c:pt>
                <c:pt idx="1">
                  <c:v>11681</c:v>
                </c:pt>
                <c:pt idx="2">
                  <c:v>5291</c:v>
                </c:pt>
                <c:pt idx="3">
                  <c:v>9584</c:v>
                </c:pt>
                <c:pt idx="4">
                  <c:v>10782</c:v>
                </c:pt>
                <c:pt idx="5">
                  <c:v>5691</c:v>
                </c:pt>
                <c:pt idx="6">
                  <c:v>15374</c:v>
                </c:pt>
                <c:pt idx="7">
                  <c:v>15374</c:v>
                </c:pt>
                <c:pt idx="8">
                  <c:v>13578</c:v>
                </c:pt>
                <c:pt idx="9">
                  <c:v>10281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F6D9-354F-804C-9E1AC7D0D9E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683350752"/>
        <c:axId val="1265745760"/>
      </c:lineChart>
      <c:catAx>
        <c:axId val="16833507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265745760"/>
        <c:crosses val="autoZero"/>
        <c:auto val="1"/>
        <c:lblAlgn val="ctr"/>
        <c:lblOffset val="100"/>
        <c:noMultiLvlLbl val="0"/>
      </c:catAx>
      <c:valAx>
        <c:axId val="12657457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68335075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Лист1!$C$46:$L$46</c:f>
              <c:strCache>
                <c:ptCount val="10"/>
                <c:pt idx="0">
                  <c:v>июль</c:v>
                </c:pt>
                <c:pt idx="1">
                  <c:v>авг</c:v>
                </c:pt>
                <c:pt idx="2">
                  <c:v>сент</c:v>
                </c:pt>
                <c:pt idx="3">
                  <c:v>окт</c:v>
                </c:pt>
                <c:pt idx="4">
                  <c:v>нояб</c:v>
                </c:pt>
                <c:pt idx="5">
                  <c:v>дек</c:v>
                </c:pt>
                <c:pt idx="6">
                  <c:v>янв</c:v>
                </c:pt>
                <c:pt idx="7">
                  <c:v>февр</c:v>
                </c:pt>
                <c:pt idx="8">
                  <c:v>март</c:v>
                </c:pt>
                <c:pt idx="9">
                  <c:v>апр</c:v>
                </c:pt>
              </c:strCache>
            </c:strRef>
          </c:cat>
          <c:val>
            <c:numRef>
              <c:f>Лист1!$C$47:$L$47</c:f>
              <c:numCache>
                <c:formatCode>General</c:formatCode>
                <c:ptCount val="10"/>
                <c:pt idx="0">
                  <c:v>49413</c:v>
                </c:pt>
                <c:pt idx="1">
                  <c:v>78771</c:v>
                </c:pt>
                <c:pt idx="2">
                  <c:v>73210</c:v>
                </c:pt>
                <c:pt idx="3">
                  <c:v>76513</c:v>
                </c:pt>
                <c:pt idx="4">
                  <c:v>79819</c:v>
                </c:pt>
                <c:pt idx="5">
                  <c:v>63080</c:v>
                </c:pt>
                <c:pt idx="6">
                  <c:v>126738</c:v>
                </c:pt>
                <c:pt idx="7">
                  <c:v>124512</c:v>
                </c:pt>
                <c:pt idx="8">
                  <c:v>219188</c:v>
                </c:pt>
                <c:pt idx="9">
                  <c:v>95000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8A2-F045-B508-98E622E8CBB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816951760"/>
        <c:axId val="817129264"/>
      </c:barChart>
      <c:catAx>
        <c:axId val="8169517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817129264"/>
        <c:crosses val="autoZero"/>
        <c:auto val="1"/>
        <c:lblAlgn val="ctr"/>
        <c:lblOffset val="100"/>
        <c:noMultiLvlLbl val="0"/>
      </c:catAx>
      <c:valAx>
        <c:axId val="8171292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81695176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/>
              <a:t>Лояльные</a:t>
            </a:r>
            <a:r>
              <a:rPr lang="ru-RU" baseline="0"/>
              <a:t> п</a:t>
            </a:r>
            <a:r>
              <a:rPr lang="ru-RU"/>
              <a:t>ользователи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'Результат запроса'!$C$1</c:f>
              <c:strCache>
                <c:ptCount val="1"/>
                <c:pt idx="0">
                  <c:v>Пользователи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'Результат запроса'!$B$2:$B$11</c:f>
              <c:numCache>
                <c:formatCode>m/d/yy</c:formatCode>
                <c:ptCount val="10"/>
                <c:pt idx="0">
                  <c:v>44743</c:v>
                </c:pt>
                <c:pt idx="1">
                  <c:v>44774</c:v>
                </c:pt>
                <c:pt idx="2">
                  <c:v>44805</c:v>
                </c:pt>
                <c:pt idx="3">
                  <c:v>44835</c:v>
                </c:pt>
                <c:pt idx="4">
                  <c:v>44866</c:v>
                </c:pt>
                <c:pt idx="5">
                  <c:v>44896</c:v>
                </c:pt>
                <c:pt idx="6">
                  <c:v>44927</c:v>
                </c:pt>
                <c:pt idx="7">
                  <c:v>44958</c:v>
                </c:pt>
                <c:pt idx="8">
                  <c:v>44986</c:v>
                </c:pt>
                <c:pt idx="9">
                  <c:v>45017</c:v>
                </c:pt>
              </c:numCache>
            </c:numRef>
          </c:cat>
          <c:val>
            <c:numRef>
              <c:f>'Результат запроса'!$C$2:$C$11</c:f>
              <c:numCache>
                <c:formatCode>#,##0</c:formatCode>
                <c:ptCount val="10"/>
                <c:pt idx="0">
                  <c:v>77</c:v>
                </c:pt>
                <c:pt idx="1">
                  <c:v>148</c:v>
                </c:pt>
                <c:pt idx="2">
                  <c:v>142</c:v>
                </c:pt>
                <c:pt idx="3">
                  <c:v>133</c:v>
                </c:pt>
                <c:pt idx="4">
                  <c:v>158</c:v>
                </c:pt>
                <c:pt idx="5">
                  <c:v>154</c:v>
                </c:pt>
                <c:pt idx="6">
                  <c:v>213</c:v>
                </c:pt>
                <c:pt idx="7">
                  <c:v>250</c:v>
                </c:pt>
                <c:pt idx="8">
                  <c:v>532</c:v>
                </c:pt>
                <c:pt idx="9">
                  <c:v>341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EDC-8E46-A086-213EB21DF40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90961952"/>
        <c:axId val="291151008"/>
      </c:lineChart>
      <c:dateAx>
        <c:axId val="290961952"/>
        <c:scaling>
          <c:orientation val="minMax"/>
        </c:scaling>
        <c:delete val="0"/>
        <c:axPos val="b"/>
        <c:numFmt formatCode="m/d/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291151008"/>
        <c:crosses val="autoZero"/>
        <c:auto val="1"/>
        <c:lblOffset val="100"/>
        <c:baseTimeUnit val="months"/>
      </c:dateAx>
      <c:valAx>
        <c:axId val="2911510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29096195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'Результат запроса'!$C$1</c:f>
              <c:strCache>
                <c:ptCount val="1"/>
                <c:pt idx="0">
                  <c:v>Лояльные пользователи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'Результат запроса'!$B$2:$B$11</c:f>
              <c:numCache>
                <c:formatCode>m/d/yy</c:formatCode>
                <c:ptCount val="10"/>
                <c:pt idx="0">
                  <c:v>44743</c:v>
                </c:pt>
                <c:pt idx="1">
                  <c:v>44774</c:v>
                </c:pt>
                <c:pt idx="2">
                  <c:v>44805</c:v>
                </c:pt>
                <c:pt idx="3">
                  <c:v>44835</c:v>
                </c:pt>
                <c:pt idx="4">
                  <c:v>44866</c:v>
                </c:pt>
                <c:pt idx="5">
                  <c:v>44896</c:v>
                </c:pt>
                <c:pt idx="6">
                  <c:v>44927</c:v>
                </c:pt>
                <c:pt idx="7">
                  <c:v>44958</c:v>
                </c:pt>
                <c:pt idx="8">
                  <c:v>44986</c:v>
                </c:pt>
                <c:pt idx="9">
                  <c:v>45017</c:v>
                </c:pt>
              </c:numCache>
            </c:numRef>
          </c:cat>
          <c:val>
            <c:numRef>
              <c:f>'Результат запроса'!$C$2:$C$11</c:f>
              <c:numCache>
                <c:formatCode>#,##0</c:formatCode>
                <c:ptCount val="10"/>
                <c:pt idx="0">
                  <c:v>30</c:v>
                </c:pt>
                <c:pt idx="1">
                  <c:v>52</c:v>
                </c:pt>
                <c:pt idx="2">
                  <c:v>49</c:v>
                </c:pt>
                <c:pt idx="3">
                  <c:v>61</c:v>
                </c:pt>
                <c:pt idx="4">
                  <c:v>67</c:v>
                </c:pt>
                <c:pt idx="5">
                  <c:v>57</c:v>
                </c:pt>
                <c:pt idx="6">
                  <c:v>78</c:v>
                </c:pt>
                <c:pt idx="7">
                  <c:v>111</c:v>
                </c:pt>
                <c:pt idx="8">
                  <c:v>230</c:v>
                </c:pt>
                <c:pt idx="9">
                  <c:v>159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6BB-B24C-A35E-469CF4AD0B8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90924880"/>
        <c:axId val="337957376"/>
      </c:lineChart>
      <c:dateAx>
        <c:axId val="290924880"/>
        <c:scaling>
          <c:orientation val="minMax"/>
        </c:scaling>
        <c:delete val="0"/>
        <c:axPos val="b"/>
        <c:numFmt formatCode="m/d/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337957376"/>
        <c:crosses val="autoZero"/>
        <c:auto val="1"/>
        <c:lblOffset val="100"/>
        <c:baseTimeUnit val="months"/>
      </c:dateAx>
      <c:valAx>
        <c:axId val="3379573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29092488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'Результат запроса'!$C$1</c:f>
              <c:strCache>
                <c:ptCount val="1"/>
                <c:pt idx="0">
                  <c:v>Лояльные пользователи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'Результат запроса'!$B$2:$B$11</c:f>
              <c:numCache>
                <c:formatCode>m/d/yy</c:formatCode>
                <c:ptCount val="10"/>
                <c:pt idx="0">
                  <c:v>44743</c:v>
                </c:pt>
                <c:pt idx="1">
                  <c:v>44774</c:v>
                </c:pt>
                <c:pt idx="2">
                  <c:v>44805</c:v>
                </c:pt>
                <c:pt idx="3">
                  <c:v>44835</c:v>
                </c:pt>
                <c:pt idx="4">
                  <c:v>44866</c:v>
                </c:pt>
                <c:pt idx="5">
                  <c:v>44896</c:v>
                </c:pt>
                <c:pt idx="6">
                  <c:v>44927</c:v>
                </c:pt>
                <c:pt idx="7">
                  <c:v>44958</c:v>
                </c:pt>
                <c:pt idx="8">
                  <c:v>44986</c:v>
                </c:pt>
                <c:pt idx="9">
                  <c:v>45017</c:v>
                </c:pt>
              </c:numCache>
            </c:numRef>
          </c:cat>
          <c:val>
            <c:numRef>
              <c:f>'Результат запроса'!$C$2:$C$11</c:f>
              <c:numCache>
                <c:formatCode>#,##0</c:formatCode>
                <c:ptCount val="10"/>
                <c:pt idx="0">
                  <c:v>11</c:v>
                </c:pt>
                <c:pt idx="1">
                  <c:v>18</c:v>
                </c:pt>
                <c:pt idx="2">
                  <c:v>17</c:v>
                </c:pt>
                <c:pt idx="3">
                  <c:v>18</c:v>
                </c:pt>
                <c:pt idx="4">
                  <c:v>25</c:v>
                </c:pt>
                <c:pt idx="5">
                  <c:v>26</c:v>
                </c:pt>
                <c:pt idx="6">
                  <c:v>27</c:v>
                </c:pt>
                <c:pt idx="7">
                  <c:v>35</c:v>
                </c:pt>
                <c:pt idx="8">
                  <c:v>76</c:v>
                </c:pt>
                <c:pt idx="9">
                  <c:v>52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331-3746-960B-43F09C967D7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873761839"/>
        <c:axId val="874407887"/>
      </c:lineChart>
      <c:dateAx>
        <c:axId val="873761839"/>
        <c:scaling>
          <c:orientation val="minMax"/>
        </c:scaling>
        <c:delete val="0"/>
        <c:axPos val="b"/>
        <c:numFmt formatCode="m/d/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874407887"/>
        <c:crosses val="autoZero"/>
        <c:auto val="1"/>
        <c:lblOffset val="100"/>
        <c:baseTimeUnit val="months"/>
      </c:dateAx>
      <c:valAx>
        <c:axId val="87440788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87376183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'Результат запроса'!$C$1</c:f>
              <c:strCache>
                <c:ptCount val="1"/>
                <c:pt idx="0">
                  <c:v>Лояльные пользователи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'Результат запроса'!$B$2:$B$11</c:f>
              <c:numCache>
                <c:formatCode>m/d/yy</c:formatCode>
                <c:ptCount val="10"/>
                <c:pt idx="0">
                  <c:v>44743</c:v>
                </c:pt>
                <c:pt idx="1">
                  <c:v>44774</c:v>
                </c:pt>
                <c:pt idx="2">
                  <c:v>44805</c:v>
                </c:pt>
                <c:pt idx="3">
                  <c:v>44835</c:v>
                </c:pt>
                <c:pt idx="4">
                  <c:v>44866</c:v>
                </c:pt>
                <c:pt idx="5">
                  <c:v>44896</c:v>
                </c:pt>
                <c:pt idx="6">
                  <c:v>44927</c:v>
                </c:pt>
                <c:pt idx="7">
                  <c:v>44958</c:v>
                </c:pt>
                <c:pt idx="8">
                  <c:v>44986</c:v>
                </c:pt>
                <c:pt idx="9">
                  <c:v>45017</c:v>
                </c:pt>
              </c:numCache>
            </c:numRef>
          </c:cat>
          <c:val>
            <c:numRef>
              <c:f>'Результат запроса'!$C$2:$C$11</c:f>
              <c:numCache>
                <c:formatCode>#,##0</c:formatCode>
                <c:ptCount val="10"/>
                <c:pt idx="0">
                  <c:v>96</c:v>
                </c:pt>
                <c:pt idx="1">
                  <c:v>182</c:v>
                </c:pt>
                <c:pt idx="2">
                  <c:v>174</c:v>
                </c:pt>
                <c:pt idx="3">
                  <c:v>176</c:v>
                </c:pt>
                <c:pt idx="4">
                  <c:v>200</c:v>
                </c:pt>
                <c:pt idx="5">
                  <c:v>185</c:v>
                </c:pt>
                <c:pt idx="6">
                  <c:v>264</c:v>
                </c:pt>
                <c:pt idx="7">
                  <c:v>326</c:v>
                </c:pt>
                <c:pt idx="8">
                  <c:v>686</c:v>
                </c:pt>
                <c:pt idx="9">
                  <c:v>448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9C6-9142-89A1-E4C81683B6B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683867008"/>
        <c:axId val="388057136"/>
      </c:lineChart>
      <c:dateAx>
        <c:axId val="1683867008"/>
        <c:scaling>
          <c:orientation val="minMax"/>
        </c:scaling>
        <c:delete val="0"/>
        <c:axPos val="b"/>
        <c:numFmt formatCode="m/d/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388057136"/>
        <c:crosses val="autoZero"/>
        <c:auto val="1"/>
        <c:lblOffset val="100"/>
        <c:baseTimeUnit val="months"/>
      </c:dateAx>
      <c:valAx>
        <c:axId val="3880571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6838670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4B2BE-0B04-884D-A0BF-9C98A0928592}" type="datetimeFigureOut">
              <a:rPr lang="ru-RU" smtClean="0"/>
              <a:t>23.10.2026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3C4F4-96F3-A243-8A7F-27AC8CE57F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38320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4B2BE-0B04-884D-A0BF-9C98A0928592}" type="datetimeFigureOut">
              <a:rPr lang="ru-RU" smtClean="0"/>
              <a:t>23.10.2026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3C4F4-96F3-A243-8A7F-27AC8CE57F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78319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4B2BE-0B04-884D-A0BF-9C98A0928592}" type="datetimeFigureOut">
              <a:rPr lang="ru-RU" smtClean="0"/>
              <a:t>23.10.2026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3C4F4-96F3-A243-8A7F-27AC8CE57F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74168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4B2BE-0B04-884D-A0BF-9C98A0928592}" type="datetimeFigureOut">
              <a:rPr lang="ru-RU" smtClean="0"/>
              <a:t>23.10.2026</a:t>
            </a:fld>
            <a:endParaRPr lang="ru-RU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3C4F4-96F3-A243-8A7F-27AC8CE57F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44368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4B2BE-0B04-884D-A0BF-9C98A0928592}" type="datetimeFigureOut">
              <a:rPr lang="ru-RU" smtClean="0"/>
              <a:t>23.10.2026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3C4F4-96F3-A243-8A7F-27AC8CE57F2F}" type="slidenum">
              <a:rPr lang="ru-RU" smtClean="0"/>
              <a:t>‹#›</a:t>
            </a:fld>
            <a:endParaRPr lang="ru-RU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01319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4B2BE-0B04-884D-A0BF-9C98A0928592}" type="datetimeFigureOut">
              <a:rPr lang="ru-RU" smtClean="0"/>
              <a:t>23.10.2026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3C4F4-96F3-A243-8A7F-27AC8CE57F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69838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4B2BE-0B04-884D-A0BF-9C98A0928592}" type="datetimeFigureOut">
              <a:rPr lang="ru-RU" smtClean="0"/>
              <a:t>23.10.2026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3C4F4-96F3-A243-8A7F-27AC8CE57F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38790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4B2BE-0B04-884D-A0BF-9C98A0928592}" type="datetimeFigureOut">
              <a:rPr lang="ru-RU" smtClean="0"/>
              <a:t>23.10.2026</a:t>
            </a:fld>
            <a:endParaRPr lang="ru-RU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ru-RU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3C4F4-96F3-A243-8A7F-27AC8CE57F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91309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4D84B2BE-0B04-884D-A0BF-9C98A0928592}" type="datetimeFigureOut">
              <a:rPr lang="ru-RU" smtClean="0"/>
              <a:t>23.10.2026</a:t>
            </a:fld>
            <a:endParaRPr lang="ru-RU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ru-RU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3C4F4-96F3-A243-8A7F-27AC8CE57F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47372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4B2BE-0B04-884D-A0BF-9C98A0928592}" type="datetimeFigureOut">
              <a:rPr lang="ru-RU" smtClean="0"/>
              <a:t>23.10.2026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3C4F4-96F3-A243-8A7F-27AC8CE57F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20038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4B2BE-0B04-884D-A0BF-9C98A0928592}" type="datetimeFigureOut">
              <a:rPr lang="ru-RU" smtClean="0"/>
              <a:t>23.10.2026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3C4F4-96F3-A243-8A7F-27AC8CE57F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96739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4D84B2BE-0B04-884D-A0BF-9C98A0928592}" type="datetimeFigureOut">
              <a:rPr lang="ru-RU" smtClean="0"/>
              <a:t>23.10.2026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6CE3C4F4-96F3-A243-8A7F-27AC8CE57F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08364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2.xml"/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7B0334-AD7D-C147-944A-35937FEAA3F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Анализ показателей</a:t>
            </a:r>
            <a:br>
              <a:rPr lang="en-US" dirty="0"/>
            </a:br>
            <a:r>
              <a:rPr lang="en-US" dirty="0"/>
              <a:t>zombie revolution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04B41E3-D2F2-E948-9204-6F0D107ACE1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Визуализация результатов аналитики в </a:t>
            </a:r>
            <a:r>
              <a:rPr lang="en-US" dirty="0"/>
              <a:t>SQL</a:t>
            </a:r>
            <a:endParaRPr lang="ru-RU" dirty="0"/>
          </a:p>
          <a:p>
            <a:r>
              <a:rPr lang="ru-RU" dirty="0"/>
              <a:t>Паньшиной Дарьи</a:t>
            </a:r>
          </a:p>
        </p:txBody>
      </p:sp>
    </p:spTree>
    <p:extLst>
      <p:ext uri="{BB962C8B-B14F-4D97-AF65-F5344CB8AC3E}">
        <p14:creationId xmlns:p14="http://schemas.microsoft.com/office/powerpoint/2010/main" val="24456038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465984-EF02-1344-86B9-B72863F39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структура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B6F6EF2-4F76-BB4F-9D5A-F6B349F73A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Основные показатели</a:t>
            </a:r>
          </a:p>
          <a:p>
            <a:r>
              <a:rPr lang="ru-RU" dirty="0"/>
              <a:t>Аналитика технических сбоев</a:t>
            </a:r>
          </a:p>
          <a:p>
            <a:r>
              <a:rPr lang="ru-RU" dirty="0"/>
              <a:t>Результаты маркетинговой акции</a:t>
            </a:r>
          </a:p>
          <a:p>
            <a:r>
              <a:rPr lang="ru-RU" dirty="0"/>
              <a:t>Финансовые показатели после изменения стоимости кристаллов</a:t>
            </a:r>
          </a:p>
          <a:p>
            <a:r>
              <a:rPr lang="ru-RU" dirty="0" err="1"/>
              <a:t>Вирусность</a:t>
            </a:r>
            <a:r>
              <a:rPr lang="ru-RU" dirty="0"/>
              <a:t> </a:t>
            </a:r>
            <a:r>
              <a:rPr lang="en-US" dirty="0"/>
              <a:t>Zombie Revolution</a:t>
            </a:r>
          </a:p>
          <a:p>
            <a:r>
              <a:rPr lang="ru-RU" dirty="0"/>
              <a:t>Аналитика нового канала привлечения</a:t>
            </a:r>
          </a:p>
          <a:p>
            <a:r>
              <a:rPr lang="ru-RU" dirty="0"/>
              <a:t>Исследование лояльных пользователей</a:t>
            </a:r>
          </a:p>
        </p:txBody>
      </p:sp>
    </p:spTree>
    <p:extLst>
      <p:ext uri="{BB962C8B-B14F-4D97-AF65-F5344CB8AC3E}">
        <p14:creationId xmlns:p14="http://schemas.microsoft.com/office/powerpoint/2010/main" val="23499401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C154266D-859F-CA46-A46E-78EAFD3AD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Основные показатели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81007E3C-2593-0C43-954D-92EBED657E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3078 пользователей (регистрация </a:t>
            </a:r>
          </a:p>
          <a:p>
            <a:pPr marL="0" indent="0">
              <a:buNone/>
            </a:pPr>
            <a:r>
              <a:rPr lang="ru-RU" dirty="0"/>
              <a:t>      1 июля 2022 - 30 марта 2023)</a:t>
            </a:r>
          </a:p>
          <a:p>
            <a:r>
              <a:rPr lang="en-US" dirty="0"/>
              <a:t>27 161 </a:t>
            </a:r>
            <a:r>
              <a:rPr lang="ru-RU" dirty="0"/>
              <a:t>игровая сессия</a:t>
            </a:r>
          </a:p>
          <a:p>
            <a:r>
              <a:rPr lang="ru-RU" dirty="0"/>
              <a:t>Средняя сессия 2 часа 26 минут</a:t>
            </a:r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4906841A-6FB6-F246-A7A1-7AF5FAA1EFCC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/>
              <a:t>На каких данных построена аналитика?</a:t>
            </a:r>
          </a:p>
        </p:txBody>
      </p:sp>
      <p:graphicFrame>
        <p:nvGraphicFramePr>
          <p:cNvPr id="7" name="Диаграмма 6">
            <a:extLst>
              <a:ext uri="{FF2B5EF4-FFF2-40B4-BE49-F238E27FC236}">
                <a16:creationId xmlns:a16="http://schemas.microsoft.com/office/drawing/2014/main" id="{CCF0C416-C8C0-554F-A4BD-538D2F13A2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39636565"/>
              </p:ext>
            </p:extLst>
          </p:nvPr>
        </p:nvGraphicFramePr>
        <p:xfrm>
          <a:off x="6624543" y="2983980"/>
          <a:ext cx="4556904" cy="27599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4696180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72338B-BAB0-F045-A41F-388423D19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Технические проблемы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D92A659-8F04-F244-9E0A-C1CE20896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3262 сессии не имеют зарегистрированного времени окончания, 98% из них – на </a:t>
            </a:r>
            <a:r>
              <a:rPr lang="en-US" dirty="0" err="1"/>
              <a:t>iOs</a:t>
            </a:r>
            <a:endParaRPr lang="ru-RU" dirty="0"/>
          </a:p>
          <a:p>
            <a:r>
              <a:rPr lang="ru-RU" dirty="0"/>
              <a:t>Вывод: обсудить баг с отделом разработки </a:t>
            </a:r>
            <a:r>
              <a:rPr lang="en-US" dirty="0" err="1"/>
              <a:t>iOs</a:t>
            </a:r>
            <a:r>
              <a:rPr lang="en-US" dirty="0"/>
              <a:t> </a:t>
            </a:r>
            <a:r>
              <a:rPr lang="ru-RU" dirty="0"/>
              <a:t>приложений</a:t>
            </a:r>
          </a:p>
          <a:p>
            <a:endParaRPr lang="ru-RU" dirty="0"/>
          </a:p>
          <a:p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889C832-58BD-D544-A0D3-CB56AB48134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/>
              <a:t>и пробелы в данных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1F4D8531-DEFC-864D-8088-B75E18BD75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1848475"/>
              </p:ext>
            </p:extLst>
          </p:nvPr>
        </p:nvGraphicFramePr>
        <p:xfrm>
          <a:off x="7013648" y="3837466"/>
          <a:ext cx="4260703" cy="138311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59483">
                  <a:extLst>
                    <a:ext uri="{9D8B030D-6E8A-4147-A177-3AD203B41FA5}">
                      <a16:colId xmlns:a16="http://schemas.microsoft.com/office/drawing/2014/main" val="3797418034"/>
                    </a:ext>
                  </a:extLst>
                </a:gridCol>
                <a:gridCol w="1445383">
                  <a:extLst>
                    <a:ext uri="{9D8B030D-6E8A-4147-A177-3AD203B41FA5}">
                      <a16:colId xmlns:a16="http://schemas.microsoft.com/office/drawing/2014/main" val="2021082142"/>
                    </a:ext>
                  </a:extLst>
                </a:gridCol>
                <a:gridCol w="1655837">
                  <a:extLst>
                    <a:ext uri="{9D8B030D-6E8A-4147-A177-3AD203B41FA5}">
                      <a16:colId xmlns:a16="http://schemas.microsoft.com/office/drawing/2014/main" val="3706526821"/>
                    </a:ext>
                  </a:extLst>
                </a:gridCol>
              </a:tblGrid>
              <a:tr h="851150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strike="noStrike">
                          <a:effectLst/>
                        </a:rPr>
                        <a:t>ОС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strike="noStrike">
                          <a:effectLst/>
                        </a:rPr>
                        <a:t>Количество сессий без окончания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strike="noStrike">
                          <a:effectLst/>
                        </a:rPr>
                        <a:t>Процент проблемных сессий от сессий на этой ОС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61427846"/>
                  </a:ext>
                </a:extLst>
              </a:tr>
              <a:tr h="265984">
                <a:tc>
                  <a:txBody>
                    <a:bodyPr/>
                    <a:lstStyle/>
                    <a:p>
                      <a:pPr algn="l" fontAlgn="ctr"/>
                      <a:r>
                        <a:rPr lang="en" sz="1100" u="none" strike="noStrike">
                          <a:effectLst/>
                        </a:rPr>
                        <a:t>iOs</a:t>
                      </a:r>
                      <a:endParaRPr lang="e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strike="noStrike" dirty="0">
                          <a:effectLst/>
                        </a:rPr>
                        <a:t>3 184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19%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29353316"/>
                  </a:ext>
                </a:extLst>
              </a:tr>
              <a:tr h="265984">
                <a:tc>
                  <a:txBody>
                    <a:bodyPr/>
                    <a:lstStyle/>
                    <a:p>
                      <a:pPr algn="l" fontAlgn="ctr"/>
                      <a:r>
                        <a:rPr lang="en" sz="1100" u="none" strike="noStrike">
                          <a:effectLst/>
                        </a:rPr>
                        <a:t>Android</a:t>
                      </a:r>
                      <a:endParaRPr lang="e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strike="noStrike">
                          <a:effectLst/>
                        </a:rPr>
                        <a:t>78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strike="noStrike" dirty="0">
                          <a:effectLst/>
                        </a:rPr>
                        <a:t>0,</a:t>
                      </a:r>
                      <a:r>
                        <a:rPr lang="en-US" sz="1100" u="none" strike="noStrike" dirty="0">
                          <a:effectLst/>
                        </a:rPr>
                        <a:t>8%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570378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30856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049B3B-B0A6-344D-B069-3B46FCF94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маркетинговая активность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619775A-80B0-4B42-A3E4-3677B0740A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Результаты проведения маркетинговой акции в начале марта 2023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CD3A212-7BC4-0D4A-9873-FE2297CBC8B1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MAU, WAU, DAU </a:t>
            </a:r>
            <a:r>
              <a:rPr lang="ru-RU" dirty="0"/>
              <a:t>и фактор «липкости» (</a:t>
            </a:r>
            <a:r>
              <a:rPr lang="en-US" dirty="0"/>
              <a:t>sticky factor)</a:t>
            </a:r>
            <a:endParaRPr lang="ru-RU" dirty="0"/>
          </a:p>
        </p:txBody>
      </p:sp>
      <p:graphicFrame>
        <p:nvGraphicFramePr>
          <p:cNvPr id="5" name="Диаграмма 4">
            <a:extLst>
              <a:ext uri="{FF2B5EF4-FFF2-40B4-BE49-F238E27FC236}">
                <a16:creationId xmlns:a16="http://schemas.microsoft.com/office/drawing/2014/main" id="{35948D19-82A7-8A4A-8F75-C6D77AAEDBF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31608319"/>
              </p:ext>
            </p:extLst>
          </p:nvPr>
        </p:nvGraphicFramePr>
        <p:xfrm>
          <a:off x="6636956" y="1739680"/>
          <a:ext cx="5005696" cy="23219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Диаграмма 5">
            <a:extLst>
              <a:ext uri="{FF2B5EF4-FFF2-40B4-BE49-F238E27FC236}">
                <a16:creationId xmlns:a16="http://schemas.microsoft.com/office/drawing/2014/main" id="{E1E58F5D-94FC-DA44-84A9-A9C7160019D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9937119"/>
              </p:ext>
            </p:extLst>
          </p:nvPr>
        </p:nvGraphicFramePr>
        <p:xfrm>
          <a:off x="6736080" y="3976576"/>
          <a:ext cx="4711116" cy="26794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3176114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049B3B-B0A6-344D-B069-3B46FCF94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маркетинговая активность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619775A-80B0-4B42-A3E4-3677B0740A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Результаты проведения маркетинговой акции в начале марта 2023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CD3A212-7BC4-0D4A-9873-FE2297CBC8B1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MAU, WAU, DAU </a:t>
            </a:r>
            <a:r>
              <a:rPr lang="ru-RU" dirty="0"/>
              <a:t>и фактор «липкости» (</a:t>
            </a:r>
            <a:r>
              <a:rPr lang="en-US" dirty="0"/>
              <a:t>sticky factor)</a:t>
            </a:r>
            <a:endParaRPr lang="ru-RU" dirty="0"/>
          </a:p>
        </p:txBody>
      </p:sp>
      <p:graphicFrame>
        <p:nvGraphicFramePr>
          <p:cNvPr id="5" name="Диаграмма 4">
            <a:extLst>
              <a:ext uri="{FF2B5EF4-FFF2-40B4-BE49-F238E27FC236}">
                <a16:creationId xmlns:a16="http://schemas.microsoft.com/office/drawing/2014/main" id="{35948D19-82A7-8A4A-8F75-C6D77AAEDBF6}"/>
              </a:ext>
            </a:extLst>
          </p:cNvPr>
          <p:cNvGraphicFramePr>
            <a:graphicFrameLocks/>
          </p:cNvGraphicFramePr>
          <p:nvPr/>
        </p:nvGraphicFramePr>
        <p:xfrm>
          <a:off x="6636956" y="1739680"/>
          <a:ext cx="5005696" cy="23219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Диаграмма 5">
            <a:extLst>
              <a:ext uri="{FF2B5EF4-FFF2-40B4-BE49-F238E27FC236}">
                <a16:creationId xmlns:a16="http://schemas.microsoft.com/office/drawing/2014/main" id="{E1E58F5D-94FC-DA44-84A9-A9C7160019D2}"/>
              </a:ext>
            </a:extLst>
          </p:cNvPr>
          <p:cNvGraphicFramePr>
            <a:graphicFrameLocks/>
          </p:cNvGraphicFramePr>
          <p:nvPr/>
        </p:nvGraphicFramePr>
        <p:xfrm>
          <a:off x="6736080" y="3976576"/>
          <a:ext cx="4711116" cy="26794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671D69DB-5C60-0A4D-A8CA-279BE4278E79}"/>
              </a:ext>
            </a:extLst>
          </p:cNvPr>
          <p:cNvSpPr/>
          <p:nvPr/>
        </p:nvSpPr>
        <p:spPr>
          <a:xfrm>
            <a:off x="7117080" y="2073349"/>
            <a:ext cx="3398520" cy="1169581"/>
          </a:xfrm>
          <a:prstGeom prst="rect">
            <a:avLst/>
          </a:prstGeom>
          <a:solidFill>
            <a:srgbClr val="F2F2F2">
              <a:alpha val="7529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840F8A61-5A06-4043-BEED-57D3AD13E990}"/>
              </a:ext>
            </a:extLst>
          </p:cNvPr>
          <p:cNvSpPr/>
          <p:nvPr/>
        </p:nvSpPr>
        <p:spPr>
          <a:xfrm>
            <a:off x="11042384" y="1984887"/>
            <a:ext cx="3878644" cy="1169581"/>
          </a:xfrm>
          <a:prstGeom prst="rect">
            <a:avLst/>
          </a:prstGeom>
          <a:solidFill>
            <a:srgbClr val="F2F2F2">
              <a:alpha val="7529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3B91214B-21D0-EF46-AC11-7EFA1F9AE6A7}"/>
              </a:ext>
            </a:extLst>
          </p:cNvPr>
          <p:cNvSpPr/>
          <p:nvPr/>
        </p:nvSpPr>
        <p:spPr>
          <a:xfrm>
            <a:off x="7197788" y="4574373"/>
            <a:ext cx="3179589" cy="1169581"/>
          </a:xfrm>
          <a:prstGeom prst="rect">
            <a:avLst/>
          </a:prstGeom>
          <a:solidFill>
            <a:srgbClr val="F2F2F2">
              <a:alpha val="7529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EA0171BC-6CC0-0C42-8BF0-D0664DA3847E}"/>
              </a:ext>
            </a:extLst>
          </p:cNvPr>
          <p:cNvSpPr/>
          <p:nvPr/>
        </p:nvSpPr>
        <p:spPr>
          <a:xfrm>
            <a:off x="10850728" y="4472692"/>
            <a:ext cx="3179589" cy="1169581"/>
          </a:xfrm>
          <a:prstGeom prst="rect">
            <a:avLst/>
          </a:prstGeom>
          <a:solidFill>
            <a:srgbClr val="F2F2F2">
              <a:alpha val="7529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25476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4318B2-2E21-6049-ABA5-6FC9E53FB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Финансовые показатели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097BADC-1643-354C-99A9-31061D9C93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5138CF1-041C-2F4B-9FCC-A3FE33B51ED5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/>
              <a:t>С первого января 2023 года</a:t>
            </a:r>
          </a:p>
          <a:p>
            <a:r>
              <a:rPr lang="ru-RU" dirty="0"/>
              <a:t>стоимость одного кристалла увеличилась</a:t>
            </a:r>
          </a:p>
          <a:p>
            <a:r>
              <a:rPr lang="ru-RU" dirty="0"/>
              <a:t>с 17 до 22 рублей (+29%)</a:t>
            </a:r>
          </a:p>
        </p:txBody>
      </p:sp>
      <p:graphicFrame>
        <p:nvGraphicFramePr>
          <p:cNvPr id="5" name="Диаграмма 4">
            <a:extLst>
              <a:ext uri="{FF2B5EF4-FFF2-40B4-BE49-F238E27FC236}">
                <a16:creationId xmlns:a16="http://schemas.microsoft.com/office/drawing/2014/main" id="{6DB9EA9F-D2F0-F14F-911F-097C2209235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01487200"/>
              </p:ext>
            </p:extLst>
          </p:nvPr>
        </p:nvGraphicFramePr>
        <p:xfrm>
          <a:off x="6736080" y="324118"/>
          <a:ext cx="4815840" cy="3225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Диаграмма 5">
            <a:extLst>
              <a:ext uri="{FF2B5EF4-FFF2-40B4-BE49-F238E27FC236}">
                <a16:creationId xmlns:a16="http://schemas.microsoft.com/office/drawing/2014/main" id="{AF4FA271-CA60-E84B-8C47-25FFF9B516D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41585266"/>
              </p:ext>
            </p:extLst>
          </p:nvPr>
        </p:nvGraphicFramePr>
        <p:xfrm>
          <a:off x="6207125" y="3385325"/>
          <a:ext cx="5873750" cy="3276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2245702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4C431E-2531-CA4E-A53F-3CA78A3A3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Динамика выручки с кристаллов</a:t>
            </a:r>
          </a:p>
        </p:txBody>
      </p:sp>
      <p:graphicFrame>
        <p:nvGraphicFramePr>
          <p:cNvPr id="3" name="Диаграмма 2">
            <a:extLst>
              <a:ext uri="{FF2B5EF4-FFF2-40B4-BE49-F238E27FC236}">
                <a16:creationId xmlns:a16="http://schemas.microsoft.com/office/drawing/2014/main" id="{AC53844D-756B-0B4E-8BBD-1CAEABDA807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82007356"/>
              </p:ext>
            </p:extLst>
          </p:nvPr>
        </p:nvGraphicFramePr>
        <p:xfrm>
          <a:off x="2598057" y="2420257"/>
          <a:ext cx="6553200" cy="409665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7637479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BC170F-61B6-C94B-A05F-264809E23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вирусность</a:t>
            </a:r>
            <a:r>
              <a:rPr lang="ru-RU" dirty="0"/>
              <a:t> игры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05BE42-66BB-8644-A525-13AEE8786BD7}"/>
              </a:ext>
            </a:extLst>
          </p:cNvPr>
          <p:cNvSpPr txBox="1"/>
          <p:nvPr/>
        </p:nvSpPr>
        <p:spPr>
          <a:xfrm>
            <a:off x="2231137" y="2641600"/>
            <a:ext cx="772972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Коэффициент </a:t>
            </a:r>
            <a:r>
              <a:rPr lang="ru-RU" dirty="0" err="1"/>
              <a:t>виральности</a:t>
            </a:r>
            <a:r>
              <a:rPr lang="ru-RU" dirty="0"/>
              <a:t> игры </a:t>
            </a:r>
            <a:r>
              <a:rPr lang="en-US" dirty="0"/>
              <a:t>(k-factor) </a:t>
            </a:r>
            <a:r>
              <a:rPr lang="ru-RU" dirty="0"/>
              <a:t>равен 0,92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С учетом нынешнего количества пользователей, участвующего в реферальной </a:t>
            </a:r>
            <a:r>
              <a:rPr lang="ru-RU" dirty="0" err="1"/>
              <a:t>программе,в</a:t>
            </a:r>
            <a:r>
              <a:rPr lang="ru-RU" dirty="0"/>
              <a:t> следующем месяце придет около 315 новых пользователей</a:t>
            </a:r>
          </a:p>
        </p:txBody>
      </p:sp>
    </p:spTree>
    <p:extLst>
      <p:ext uri="{BB962C8B-B14F-4D97-AF65-F5344CB8AC3E}">
        <p14:creationId xmlns:p14="http://schemas.microsoft.com/office/powerpoint/2010/main" val="31570506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2E95B9-54E3-FA4D-A140-20A17B7C9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н</a:t>
            </a:r>
            <a:r>
              <a:rPr lang="ru-RU" dirty="0" err="1"/>
              <a:t>овая</a:t>
            </a:r>
            <a:r>
              <a:rPr lang="ru-RU" dirty="0"/>
              <a:t> стратегия привлечения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61EAE2-1418-784D-915A-363730B98887}"/>
              </a:ext>
            </a:extLst>
          </p:cNvPr>
          <p:cNvSpPr txBox="1"/>
          <p:nvPr/>
        </p:nvSpPr>
        <p:spPr>
          <a:xfrm>
            <a:off x="2231136" y="2641600"/>
            <a:ext cx="772972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В ноябре-декабре 2022 была использована новая стратегия привлечения игроков (более дорогая и </a:t>
            </a:r>
            <a:r>
              <a:rPr lang="ru-RU" dirty="0" err="1"/>
              <a:t>таргетированная</a:t>
            </a:r>
            <a:r>
              <a:rPr lang="ru-RU" dirty="0"/>
              <a:t> реклама)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Благодаря этому мы привлекли более лояльных пользователей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Игроки, пришедшие в ноябре-декабре 2022 проводят в игре на 40 минут больше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372825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DC9AD739-AF0A-1B45-8F9C-E315B5F80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лояльные пользователи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91734C0-B0C8-3344-94DE-3D5559CF17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Стратегия, где мы считаем пользователя лояльным, если он отправил более 3 приглашений, и 1 из них принято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421D6A2-111D-9643-860E-95D6AC9978EA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/>
              <a:t>Разные стратегии определения лояльных пользователей и их результаты</a:t>
            </a:r>
          </a:p>
        </p:txBody>
      </p:sp>
      <p:graphicFrame>
        <p:nvGraphicFramePr>
          <p:cNvPr id="6" name="Диаграмма 5">
            <a:extLst>
              <a:ext uri="{FF2B5EF4-FFF2-40B4-BE49-F238E27FC236}">
                <a16:creationId xmlns:a16="http://schemas.microsoft.com/office/drawing/2014/main" id="{5BB80F78-2F03-734D-BB93-2451900B1D8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73889275"/>
              </p:ext>
            </p:extLst>
          </p:nvPr>
        </p:nvGraphicFramePr>
        <p:xfrm>
          <a:off x="6858000" y="2710543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0774928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9A14585D-CAF8-4041-906E-AD0C38C25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альтернативная стратегия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F5F8BA-76DD-D74F-9B48-12BB3D51FAA7}"/>
              </a:ext>
            </a:extLst>
          </p:cNvPr>
          <p:cNvSpPr txBox="1"/>
          <p:nvPr/>
        </p:nvSpPr>
        <p:spPr>
          <a:xfrm>
            <a:off x="2231136" y="2583543"/>
            <a:ext cx="77297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Теперь мы считаем пользователя лояльным, если он потратил в игре более 1000 рублей</a:t>
            </a:r>
          </a:p>
        </p:txBody>
      </p:sp>
      <p:graphicFrame>
        <p:nvGraphicFramePr>
          <p:cNvPr id="8" name="Диаграмма 7">
            <a:extLst>
              <a:ext uri="{FF2B5EF4-FFF2-40B4-BE49-F238E27FC236}">
                <a16:creationId xmlns:a16="http://schemas.microsoft.com/office/drawing/2014/main" id="{E568F3DC-4DDA-FC44-868E-1DA3C49F8D3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88478342"/>
              </p:ext>
            </p:extLst>
          </p:nvPr>
        </p:nvGraphicFramePr>
        <p:xfrm>
          <a:off x="3635828" y="3628127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7519980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DCBCCD2E-BA0D-4841-9B21-1083F0D02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Объединение и пересечение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2FDB8E9-7896-3649-ABC8-CE3EFB53DEC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dirty="0"/>
              <a:t>Пересечение (соответствие обоим правилам)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31D7AE3B-A7E5-A24D-B791-471C6366990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ru-RU" dirty="0"/>
              <a:t>Объединение (соответствие либо 1, либо 2 правилу)</a:t>
            </a:r>
          </a:p>
        </p:txBody>
      </p:sp>
      <p:graphicFrame>
        <p:nvGraphicFramePr>
          <p:cNvPr id="6" name="Диаграмма 5">
            <a:extLst>
              <a:ext uri="{FF2B5EF4-FFF2-40B4-BE49-F238E27FC236}">
                <a16:creationId xmlns:a16="http://schemas.microsoft.com/office/drawing/2014/main" id="{6C798DE8-4344-0F44-ADE9-6BF22270C80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11798519"/>
              </p:ext>
            </p:extLst>
          </p:nvPr>
        </p:nvGraphicFramePr>
        <p:xfrm>
          <a:off x="1281683" y="3481458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Диаграмма 6">
            <a:extLst>
              <a:ext uri="{FF2B5EF4-FFF2-40B4-BE49-F238E27FC236}">
                <a16:creationId xmlns:a16="http://schemas.microsoft.com/office/drawing/2014/main" id="{BEA891F2-6B2A-5F4A-A22D-D3E3F45984A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46255862"/>
              </p:ext>
            </p:extLst>
          </p:nvPr>
        </p:nvGraphicFramePr>
        <p:xfrm>
          <a:off x="6338317" y="342900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802377691"/>
      </p:ext>
    </p:extLst>
  </p:cSld>
  <p:clrMapOvr>
    <a:masterClrMapping/>
  </p:clrMapOvr>
</p:sld>
</file>

<file path=ppt/theme/theme1.xml><?xml version="1.0" encoding="utf-8"?>
<a:theme xmlns:a="http://schemas.openxmlformats.org/drawingml/2006/main" name="Посылка">
  <a:themeElements>
    <a:clrScheme name="Посылка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Посылка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Посылка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{5820A822-256D-D84D-A63F-3CE6A40FDA67}TFd0f29136-b657-4201-8af7-28d8a687d3d7e6301f78-7b8e4e904720</Template>
  <TotalTime>11188</TotalTime>
  <Words>358</Words>
  <Application>Microsoft Office PowerPoint</Application>
  <PresentationFormat>Широкоэкранный</PresentationFormat>
  <Paragraphs>69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8" baseType="lpstr">
      <vt:lpstr>Arial</vt:lpstr>
      <vt:lpstr>Calibri</vt:lpstr>
      <vt:lpstr>Corbel</vt:lpstr>
      <vt:lpstr>Gill Sans MT</vt:lpstr>
      <vt:lpstr>Посылка</vt:lpstr>
      <vt:lpstr>Анализ показателей zombie revolution</vt:lpstr>
      <vt:lpstr>структура </vt:lpstr>
      <vt:lpstr>Основные показатели</vt:lpstr>
      <vt:lpstr>Технические проблемы</vt:lpstr>
      <vt:lpstr>маркетинговая активность</vt:lpstr>
      <vt:lpstr>маркетинговая активность</vt:lpstr>
      <vt:lpstr>Финансовые показатели</vt:lpstr>
      <vt:lpstr>Динамика выручки с кристаллов</vt:lpstr>
      <vt:lpstr>вирусность игры</vt:lpstr>
      <vt:lpstr>новая стратегия привлечения</vt:lpstr>
      <vt:lpstr>лояльные пользователи</vt:lpstr>
      <vt:lpstr>альтернативная стратегия</vt:lpstr>
      <vt:lpstr>Объединение и пересечение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Анализ показателей zombie revolution</dc:title>
  <dc:creator>Дарья Дарья</dc:creator>
  <cp:lastModifiedBy>Паньшина Дарья Алексеевна</cp:lastModifiedBy>
  <cp:revision>5</cp:revision>
  <dcterms:created xsi:type="dcterms:W3CDTF">2026-09-13T18:20:33Z</dcterms:created>
  <dcterms:modified xsi:type="dcterms:W3CDTF">2026-10-23T14:44:49Z</dcterms:modified>
</cp:coreProperties>
</file>